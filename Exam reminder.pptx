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17"/>
  </p:notesMasterIdLst>
  <p:handoutMasterIdLst>
    <p:handoutMasterId r:id="rId18"/>
  </p:handoutMasterIdLst>
  <p:sldIdLst>
    <p:sldId id="419" r:id="rId2"/>
    <p:sldId id="431" r:id="rId3"/>
    <p:sldId id="433" r:id="rId4"/>
    <p:sldId id="434" r:id="rId5"/>
    <p:sldId id="436" r:id="rId6"/>
    <p:sldId id="437" r:id="rId7"/>
    <p:sldId id="438" r:id="rId8"/>
    <p:sldId id="439" r:id="rId9"/>
    <p:sldId id="442" r:id="rId10"/>
    <p:sldId id="443" r:id="rId11"/>
    <p:sldId id="448" r:id="rId12"/>
    <p:sldId id="449" r:id="rId13"/>
    <p:sldId id="447" r:id="rId14"/>
    <p:sldId id="446" r:id="rId15"/>
    <p:sldId id="432" r:id="rId16"/>
  </p:sldIdLst>
  <p:sldSz cx="12801600" cy="8229600"/>
  <p:notesSz cx="6797675" cy="992822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585788" indent="-128588"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185863" indent="-27146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785938" indent="-415925"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384425" indent="-55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592">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5878" autoAdjust="0"/>
  </p:normalViewPr>
  <p:slideViewPr>
    <p:cSldViewPr>
      <p:cViewPr varScale="1">
        <p:scale>
          <a:sx n="93" d="100"/>
          <a:sy n="93" d="100"/>
        </p:scale>
        <p:origin x="1368" y="114"/>
      </p:cViewPr>
      <p:guideLst>
        <p:guide orient="horz" pos="2592"/>
        <p:guide pos="4032"/>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3CDC104-B78C-9C48-6EA5-E73F3644AA18}"/>
              </a:ext>
            </a:extLst>
          </p:cNvPr>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xmlns="" id="{4184A56B-63D3-3CEF-6085-F7E608E26402}"/>
              </a:ext>
            </a:extLst>
          </p:cNvPr>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32376E6F-078D-E643-AB76-38B7FD8D7F54}" type="datetimeFigureOut">
              <a:rPr lang="en-US"/>
              <a:pPr>
                <a:defRPr/>
              </a:pPr>
              <a:t>12/4/2025</a:t>
            </a:fld>
            <a:endParaRPr lang="en-US"/>
          </a:p>
        </p:txBody>
      </p:sp>
      <p:sp>
        <p:nvSpPr>
          <p:cNvPr id="4" name="Footer Placeholder 3">
            <a:extLst>
              <a:ext uri="{FF2B5EF4-FFF2-40B4-BE49-F238E27FC236}">
                <a16:creationId xmlns:a16="http://schemas.microsoft.com/office/drawing/2014/main" xmlns="" id="{2C306E53-0F4A-8682-DB74-DEBFE49C97B5}"/>
              </a:ext>
            </a:extLst>
          </p:cNvPr>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a:extLst>
              <a:ext uri="{FF2B5EF4-FFF2-40B4-BE49-F238E27FC236}">
                <a16:creationId xmlns:a16="http://schemas.microsoft.com/office/drawing/2014/main" xmlns="" id="{DE8F937A-30B6-DC4E-5A8E-A0E32926D018}"/>
              </a:ext>
            </a:extLst>
          </p:cNvPr>
          <p:cNvSpPr>
            <a:spLocks noGrp="1"/>
          </p:cNvSpPr>
          <p:nvPr>
            <p:ph type="sldNum" sz="quarter" idx="3"/>
          </p:nvPr>
        </p:nvSpPr>
        <p:spPr>
          <a:xfrm>
            <a:off x="3849688" y="9429750"/>
            <a:ext cx="2946400" cy="498475"/>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19A5800-B779-084A-A81F-EEC62B67AD14}"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39263242-9864-EFB2-F03D-CD807B665310}"/>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xmlns="" id="{151D89B2-9E2C-7AE0-7B02-9EE51EAA1D96}"/>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B3E1E70-D60B-AB41-AEBE-0CA589626487}" type="datetimeFigureOut">
              <a:rPr lang="en-US"/>
              <a:pPr>
                <a:defRPr/>
              </a:pPr>
              <a:t>12/4/2025</a:t>
            </a:fld>
            <a:endParaRPr lang="en-US"/>
          </a:p>
        </p:txBody>
      </p:sp>
      <p:sp>
        <p:nvSpPr>
          <p:cNvPr id="4" name="Slide Image Placeholder 3">
            <a:extLst>
              <a:ext uri="{FF2B5EF4-FFF2-40B4-BE49-F238E27FC236}">
                <a16:creationId xmlns:a16="http://schemas.microsoft.com/office/drawing/2014/main" xmlns="" id="{AF777CD2-584E-D2BF-8566-8BB6231E3259}"/>
              </a:ext>
            </a:extLst>
          </p:cNvPr>
          <p:cNvSpPr>
            <a:spLocks noGrp="1" noRot="1" noChangeAspect="1"/>
          </p:cNvSpPr>
          <p:nvPr>
            <p:ph type="sldImg" idx="2"/>
          </p:nvPr>
        </p:nvSpPr>
        <p:spPr>
          <a:xfrm>
            <a:off x="504825" y="744538"/>
            <a:ext cx="57880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xmlns="" id="{09332116-D3DB-B282-F53C-643FD13943F1}"/>
              </a:ext>
            </a:extLst>
          </p:cNvPr>
          <p:cNvSpPr>
            <a:spLocks noGrp="1"/>
          </p:cNvSpPr>
          <p:nvPr>
            <p:ph type="body" sz="quarter" idx="3"/>
          </p:nvPr>
        </p:nvSpPr>
        <p:spPr>
          <a:xfrm>
            <a:off x="679450" y="4716463"/>
            <a:ext cx="5438775" cy="4467225"/>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xmlns="" id="{373E9F10-9A33-3B27-DAB9-1714CD299508}"/>
              </a:ext>
            </a:extLst>
          </p:cNvPr>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xmlns="" id="{682CCB47-7191-5469-0D12-252ADC229D6F}"/>
              </a:ext>
            </a:extLst>
          </p:cNvPr>
          <p:cNvSpPr>
            <a:spLocks noGrp="1"/>
          </p:cNvSpPr>
          <p:nvPr>
            <p:ph type="sldNum" sz="quarter" idx="5"/>
          </p:nvPr>
        </p:nvSpPr>
        <p:spPr>
          <a:xfrm>
            <a:off x="3849688" y="9429750"/>
            <a:ext cx="2946400" cy="49688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AA82CE80-02E7-B146-BDB5-37C5E051D0B8}" type="slidenum">
              <a:rPr lang="en-US" altLang="en-US"/>
              <a:pPr/>
              <a:t>‹#›</a:t>
            </a:fld>
            <a:endParaRPr lang="en-US" altLang="en-US"/>
          </a:p>
        </p:txBody>
      </p:sp>
    </p:spTree>
    <p:extLst>
      <p:ext uri="{BB962C8B-B14F-4D97-AF65-F5344CB8AC3E}">
        <p14:creationId xmlns:p14="http://schemas.microsoft.com/office/powerpoint/2010/main" val="38583998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mn-lt"/>
        <a:ea typeface="+mn-ea"/>
        <a:cs typeface="+mn-cs"/>
      </a:defRPr>
    </a:lvl1pPr>
    <a:lvl2pPr marL="585788" algn="l" rtl="0" eaLnBrk="0" fontAlgn="base" hangingPunct="0">
      <a:spcBef>
        <a:spcPct val="30000"/>
      </a:spcBef>
      <a:spcAft>
        <a:spcPct val="0"/>
      </a:spcAft>
      <a:defRPr sz="1600" kern="1200">
        <a:solidFill>
          <a:schemeClr val="tx1"/>
        </a:solidFill>
        <a:latin typeface="+mn-lt"/>
        <a:ea typeface="+mn-ea"/>
        <a:cs typeface="+mn-cs"/>
      </a:defRPr>
    </a:lvl2pPr>
    <a:lvl3pPr marL="1185863" algn="l" rtl="0" eaLnBrk="0" fontAlgn="base" hangingPunct="0">
      <a:spcBef>
        <a:spcPct val="30000"/>
      </a:spcBef>
      <a:spcAft>
        <a:spcPct val="0"/>
      </a:spcAft>
      <a:defRPr sz="1600" kern="1200">
        <a:solidFill>
          <a:schemeClr val="tx1"/>
        </a:solidFill>
        <a:latin typeface="+mn-lt"/>
        <a:ea typeface="+mn-ea"/>
        <a:cs typeface="+mn-cs"/>
      </a:defRPr>
    </a:lvl3pPr>
    <a:lvl4pPr marL="1785938" algn="l" rtl="0" eaLnBrk="0" fontAlgn="base" hangingPunct="0">
      <a:spcBef>
        <a:spcPct val="30000"/>
      </a:spcBef>
      <a:spcAft>
        <a:spcPct val="0"/>
      </a:spcAft>
      <a:defRPr sz="1600" kern="1200">
        <a:solidFill>
          <a:schemeClr val="tx1"/>
        </a:solidFill>
        <a:latin typeface="+mn-lt"/>
        <a:ea typeface="+mn-ea"/>
        <a:cs typeface="+mn-cs"/>
      </a:defRPr>
    </a:lvl4pPr>
    <a:lvl5pPr marL="2384425" algn="l" rtl="0" eaLnBrk="0" fontAlgn="base" hangingPunct="0">
      <a:spcBef>
        <a:spcPct val="30000"/>
      </a:spcBef>
      <a:spcAft>
        <a:spcPct val="0"/>
      </a:spcAft>
      <a:defRPr sz="1600" kern="1200">
        <a:solidFill>
          <a:schemeClr val="tx1"/>
        </a:solidFill>
        <a:latin typeface="+mn-lt"/>
        <a:ea typeface="+mn-ea"/>
        <a:cs typeface="+mn-cs"/>
      </a:defRPr>
    </a:lvl5pPr>
    <a:lvl6pPr marL="2991582" algn="l" defTabSz="1196630" rtl="0" eaLnBrk="1" latinLnBrk="0" hangingPunct="1">
      <a:defRPr sz="1600" kern="1200">
        <a:solidFill>
          <a:schemeClr val="tx1"/>
        </a:solidFill>
        <a:latin typeface="+mn-lt"/>
        <a:ea typeface="+mn-ea"/>
        <a:cs typeface="+mn-cs"/>
      </a:defRPr>
    </a:lvl6pPr>
    <a:lvl7pPr marL="3589896" algn="l" defTabSz="1196630" rtl="0" eaLnBrk="1" latinLnBrk="0" hangingPunct="1">
      <a:defRPr sz="1600" kern="1200">
        <a:solidFill>
          <a:schemeClr val="tx1"/>
        </a:solidFill>
        <a:latin typeface="+mn-lt"/>
        <a:ea typeface="+mn-ea"/>
        <a:cs typeface="+mn-cs"/>
      </a:defRPr>
    </a:lvl7pPr>
    <a:lvl8pPr marL="4188213" algn="l" defTabSz="1196630" rtl="0" eaLnBrk="1" latinLnBrk="0" hangingPunct="1">
      <a:defRPr sz="1600" kern="1200">
        <a:solidFill>
          <a:schemeClr val="tx1"/>
        </a:solidFill>
        <a:latin typeface="+mn-lt"/>
        <a:ea typeface="+mn-ea"/>
        <a:cs typeface="+mn-cs"/>
      </a:defRPr>
    </a:lvl8pPr>
    <a:lvl9pPr marL="4786528" algn="l" defTabSz="119663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xmlns="" id="{459D0323-8998-C576-283D-4ABD5B0761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195" name="Notes Placeholder 2">
            <a:extLst>
              <a:ext uri="{FF2B5EF4-FFF2-40B4-BE49-F238E27FC236}">
                <a16:creationId xmlns:a16="http://schemas.microsoft.com/office/drawing/2014/main" xmlns="" id="{C615BDAF-02CA-8AE3-40A5-F066EAFACC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8196" name="Slide Number Placeholder 3">
            <a:extLst>
              <a:ext uri="{FF2B5EF4-FFF2-40B4-BE49-F238E27FC236}">
                <a16:creationId xmlns:a16="http://schemas.microsoft.com/office/drawing/2014/main" xmlns="" id="{F752E2C2-2E44-0471-5B9F-CEE83D2C23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A8CF382-26A2-3E40-94ED-6C0D9E59CEE8}" type="slidenum">
              <a:rPr lang="en-US" altLang="en-US">
                <a:latin typeface="Calibri" panose="020F0502020204030204" pitchFamily="34" charset="0"/>
              </a:rPr>
              <a:pPr/>
              <a:t>1</a:t>
            </a:fld>
            <a:endParaRPr lang="en-US" altLang="en-US">
              <a:latin typeface="Calibri" panose="020F0502020204030204" pitchFamily="34" charset="0"/>
            </a:endParaRPr>
          </a:p>
        </p:txBody>
      </p:sp>
    </p:spTree>
    <p:extLst>
      <p:ext uri="{BB962C8B-B14F-4D97-AF65-F5344CB8AC3E}">
        <p14:creationId xmlns:p14="http://schemas.microsoft.com/office/powerpoint/2010/main" val="2775000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746760" y="1645920"/>
            <a:ext cx="10992307" cy="2194560"/>
          </a:xfrm>
          <a:ln>
            <a:noFill/>
          </a:ln>
        </p:spPr>
        <p:txBody>
          <a:bodyPr tIns="0" rIns="24034">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4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46760" y="3874243"/>
            <a:ext cx="10996574" cy="2103120"/>
          </a:xfrm>
        </p:spPr>
        <p:txBody>
          <a:bodyPr lIns="0" rIns="24034"/>
          <a:lstStyle>
            <a:lvl1pPr marL="0" marR="60085" indent="0" algn="r">
              <a:buNone/>
              <a:defRPr>
                <a:solidFill>
                  <a:schemeClr val="tx1"/>
                </a:solidFill>
              </a:defRPr>
            </a:lvl1pPr>
            <a:lvl2pPr marL="600852" indent="0" algn="ctr">
              <a:buNone/>
            </a:lvl2pPr>
            <a:lvl3pPr marL="1201704" indent="0" algn="ctr">
              <a:buNone/>
            </a:lvl3pPr>
            <a:lvl4pPr marL="1802557" indent="0" algn="ctr">
              <a:buNone/>
            </a:lvl4pPr>
            <a:lvl5pPr marL="2403409" indent="0" algn="ctr">
              <a:buNone/>
            </a:lvl5pPr>
            <a:lvl6pPr marL="3004261" indent="0" algn="ctr">
              <a:buNone/>
            </a:lvl6pPr>
            <a:lvl7pPr marL="3605113" indent="0" algn="ctr">
              <a:buNone/>
            </a:lvl7pPr>
            <a:lvl8pPr marL="4205966" indent="0" algn="ctr">
              <a:buNone/>
            </a:lvl8pPr>
            <a:lvl9pPr marL="4806818" indent="0" algn="ctr">
              <a:buNone/>
            </a:lvl9pPr>
          </a:lstStyle>
          <a:p>
            <a:r>
              <a:rPr lang="en-US"/>
              <a:t>Click to edit Master subtitle style</a:t>
            </a:r>
          </a:p>
        </p:txBody>
      </p:sp>
      <p:sp>
        <p:nvSpPr>
          <p:cNvPr id="2" name="Date Placeholder 29">
            <a:extLst>
              <a:ext uri="{FF2B5EF4-FFF2-40B4-BE49-F238E27FC236}">
                <a16:creationId xmlns:a16="http://schemas.microsoft.com/office/drawing/2014/main" xmlns="" id="{87FD8A7C-B1DF-5094-398E-62C42A79F963}"/>
              </a:ext>
            </a:extLst>
          </p:cNvPr>
          <p:cNvSpPr>
            <a:spLocks noGrp="1"/>
          </p:cNvSpPr>
          <p:nvPr>
            <p:ph type="dt" sz="half" idx="10"/>
          </p:nvPr>
        </p:nvSpPr>
        <p:spPr/>
        <p:txBody>
          <a:bodyPr/>
          <a:lstStyle>
            <a:lvl1pPr>
              <a:defRPr/>
            </a:lvl1pPr>
          </a:lstStyle>
          <a:p>
            <a:pPr>
              <a:defRPr/>
            </a:pPr>
            <a:fld id="{CE46F9BC-247F-B245-8626-759D45957186}" type="datetime1">
              <a:rPr lang="en-US"/>
              <a:pPr>
                <a:defRPr/>
              </a:pPr>
              <a:t>12/4/2025</a:t>
            </a:fld>
            <a:endParaRPr lang="en-US"/>
          </a:p>
        </p:txBody>
      </p:sp>
      <p:sp>
        <p:nvSpPr>
          <p:cNvPr id="3" name="Footer Placeholder 18">
            <a:extLst>
              <a:ext uri="{FF2B5EF4-FFF2-40B4-BE49-F238E27FC236}">
                <a16:creationId xmlns:a16="http://schemas.microsoft.com/office/drawing/2014/main" xmlns="" id="{1C94C3AD-C42E-0E1B-5732-1A325BF5F56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6">
            <a:extLst>
              <a:ext uri="{FF2B5EF4-FFF2-40B4-BE49-F238E27FC236}">
                <a16:creationId xmlns:a16="http://schemas.microsoft.com/office/drawing/2014/main" xmlns="" id="{2D02643E-A188-8402-93F4-C8C9926BBB92}"/>
              </a:ext>
            </a:extLst>
          </p:cNvPr>
          <p:cNvSpPr>
            <a:spLocks noGrp="1"/>
          </p:cNvSpPr>
          <p:nvPr>
            <p:ph type="sldNum" sz="quarter" idx="12"/>
          </p:nvPr>
        </p:nvSpPr>
        <p:spPr/>
        <p:txBody>
          <a:bodyPr/>
          <a:lstStyle>
            <a:lvl1pPr>
              <a:defRPr>
                <a:solidFill>
                  <a:srgbClr val="D1EAEE"/>
                </a:solidFill>
              </a:defRPr>
            </a:lvl1pPr>
          </a:lstStyle>
          <a:p>
            <a:fld id="{C34F319A-6C79-7948-99BF-EF546F7D7BCC}" type="slidenum">
              <a:rPr lang="en-US" altLang="en-US"/>
              <a:pPr/>
              <a:t>‹#›</a:t>
            </a:fld>
            <a:endParaRPr lang="en-US" altLang="en-US"/>
          </a:p>
        </p:txBody>
      </p:sp>
    </p:spTree>
    <p:extLst>
      <p:ext uri="{BB962C8B-B14F-4D97-AF65-F5344CB8AC3E}">
        <p14:creationId xmlns:p14="http://schemas.microsoft.com/office/powerpoint/2010/main" val="40978933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xmlns="" id="{872023CD-2D4F-12FF-6D2B-24A55241AACA}"/>
              </a:ext>
            </a:extLst>
          </p:cNvPr>
          <p:cNvSpPr>
            <a:spLocks noGrp="1"/>
          </p:cNvSpPr>
          <p:nvPr>
            <p:ph type="dt" sz="half" idx="10"/>
          </p:nvPr>
        </p:nvSpPr>
        <p:spPr/>
        <p:txBody>
          <a:bodyPr/>
          <a:lstStyle>
            <a:lvl1pPr>
              <a:defRPr/>
            </a:lvl1pPr>
          </a:lstStyle>
          <a:p>
            <a:pPr>
              <a:defRPr/>
            </a:pPr>
            <a:fld id="{5107B7C3-B975-0B46-AA15-1F5EDC9A2BBA}" type="datetime1">
              <a:rPr lang="en-US"/>
              <a:pPr>
                <a:defRPr/>
              </a:pPr>
              <a:t>12/4/2025</a:t>
            </a:fld>
            <a:endParaRPr lang="en-US"/>
          </a:p>
        </p:txBody>
      </p:sp>
      <p:sp>
        <p:nvSpPr>
          <p:cNvPr id="5" name="Footer Placeholder 21">
            <a:extLst>
              <a:ext uri="{FF2B5EF4-FFF2-40B4-BE49-F238E27FC236}">
                <a16:creationId xmlns:a16="http://schemas.microsoft.com/office/drawing/2014/main" xmlns="" id="{085F8534-F2E4-FB52-98D3-6607B75A0D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xmlns="" id="{104F89A7-E1B0-1B66-6439-8BF7C7657BC2}"/>
              </a:ext>
            </a:extLst>
          </p:cNvPr>
          <p:cNvSpPr>
            <a:spLocks noGrp="1"/>
          </p:cNvSpPr>
          <p:nvPr>
            <p:ph type="sldNum" sz="quarter" idx="12"/>
          </p:nvPr>
        </p:nvSpPr>
        <p:spPr/>
        <p:txBody>
          <a:bodyPr/>
          <a:lstStyle>
            <a:lvl1pPr>
              <a:defRPr/>
            </a:lvl1pPr>
          </a:lstStyle>
          <a:p>
            <a:fld id="{832D7B7E-CE9D-ED4B-AECC-1DE207A92AAD}" type="slidenum">
              <a:rPr lang="en-US" altLang="en-US"/>
              <a:pPr/>
              <a:t>‹#›</a:t>
            </a:fld>
            <a:endParaRPr lang="en-US" altLang="en-US"/>
          </a:p>
        </p:txBody>
      </p:sp>
    </p:spTree>
    <p:extLst>
      <p:ext uri="{BB962C8B-B14F-4D97-AF65-F5344CB8AC3E}">
        <p14:creationId xmlns:p14="http://schemas.microsoft.com/office/powerpoint/2010/main" val="2211025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493" y="1580083"/>
            <a:ext cx="10881360" cy="1634947"/>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74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42493" y="3245597"/>
            <a:ext cx="10881360" cy="1811654"/>
          </a:xfrm>
        </p:spPr>
        <p:txBody>
          <a:bodyPr lIns="60085" rIns="60085"/>
          <a:lstStyle>
            <a:lvl1pPr marL="0" indent="0">
              <a:buNone/>
              <a:defRPr sz="2900">
                <a:solidFill>
                  <a:schemeClr val="tx1"/>
                </a:solidFill>
              </a:defRPr>
            </a:lvl1pPr>
            <a:lvl2pPr>
              <a:buNone/>
              <a:defRPr sz="2400">
                <a:solidFill>
                  <a:schemeClr val="tx1">
                    <a:tint val="75000"/>
                  </a:schemeClr>
                </a:solidFill>
              </a:defRPr>
            </a:lvl2pPr>
            <a:lvl3pPr>
              <a:buNone/>
              <a:defRPr sz="2100">
                <a:solidFill>
                  <a:schemeClr val="tx1">
                    <a:tint val="75000"/>
                  </a:schemeClr>
                </a:solidFill>
              </a:defRPr>
            </a:lvl3pPr>
            <a:lvl4pPr>
              <a:buNone/>
              <a:defRPr sz="1800">
                <a:solidFill>
                  <a:schemeClr val="tx1">
                    <a:tint val="75000"/>
                  </a:schemeClr>
                </a:solidFill>
              </a:defRPr>
            </a:lvl4pPr>
            <a:lvl5pPr>
              <a:buNone/>
              <a:defRPr sz="18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xmlns="" id="{FFF5B9DF-AEB1-2ED9-4949-99167DE95974}"/>
              </a:ext>
            </a:extLst>
          </p:cNvPr>
          <p:cNvSpPr>
            <a:spLocks noGrp="1"/>
          </p:cNvSpPr>
          <p:nvPr>
            <p:ph type="dt" sz="half" idx="10"/>
          </p:nvPr>
        </p:nvSpPr>
        <p:spPr/>
        <p:txBody>
          <a:bodyPr/>
          <a:lstStyle>
            <a:lvl1pPr>
              <a:defRPr/>
            </a:lvl1pPr>
          </a:lstStyle>
          <a:p>
            <a:pPr>
              <a:defRPr/>
            </a:pPr>
            <a:fld id="{3ED074DB-9E47-0648-84EF-7D10354E34D7}" type="datetime1">
              <a:rPr lang="en-US"/>
              <a:pPr>
                <a:defRPr/>
              </a:pPr>
              <a:t>12/4/2025</a:t>
            </a:fld>
            <a:endParaRPr lang="en-US"/>
          </a:p>
        </p:txBody>
      </p:sp>
      <p:sp>
        <p:nvSpPr>
          <p:cNvPr id="5" name="Footer Placeholder 4">
            <a:extLst>
              <a:ext uri="{FF2B5EF4-FFF2-40B4-BE49-F238E27FC236}">
                <a16:creationId xmlns:a16="http://schemas.microsoft.com/office/drawing/2014/main" xmlns="" id="{241F1B0E-5014-8880-8B1B-9C50027DB26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98AD8C03-4336-23C6-4AF1-D3F8804D964A}"/>
              </a:ext>
            </a:extLst>
          </p:cNvPr>
          <p:cNvSpPr>
            <a:spLocks noGrp="1"/>
          </p:cNvSpPr>
          <p:nvPr>
            <p:ph type="sldNum" sz="quarter" idx="12"/>
          </p:nvPr>
        </p:nvSpPr>
        <p:spPr/>
        <p:txBody>
          <a:bodyPr/>
          <a:lstStyle>
            <a:lvl1pPr>
              <a:defRPr>
                <a:solidFill>
                  <a:srgbClr val="D1EAEE"/>
                </a:solidFill>
              </a:defRPr>
            </a:lvl1pPr>
          </a:lstStyle>
          <a:p>
            <a:fld id="{D96D7E33-5D45-6C47-BCAB-631362DD3DEA}" type="slidenum">
              <a:rPr lang="en-US" altLang="en-US"/>
              <a:pPr/>
              <a:t>‹#›</a:t>
            </a:fld>
            <a:endParaRPr lang="en-US" altLang="en-US"/>
          </a:p>
        </p:txBody>
      </p:sp>
    </p:spTree>
    <p:extLst>
      <p:ext uri="{BB962C8B-B14F-4D97-AF65-F5344CB8AC3E}">
        <p14:creationId xmlns:p14="http://schemas.microsoft.com/office/powerpoint/2010/main" val="408034312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0080" y="844906"/>
            <a:ext cx="11521440" cy="1371600"/>
          </a:xfrm>
        </p:spPr>
        <p:txBody>
          <a:bodyPr/>
          <a:lstStyle/>
          <a:p>
            <a:r>
              <a:rPr lang="en-US"/>
              <a:t>Click to edit Master title style</a:t>
            </a:r>
          </a:p>
        </p:txBody>
      </p:sp>
      <p:sp>
        <p:nvSpPr>
          <p:cNvPr id="3" name="Content Placeholder 2"/>
          <p:cNvSpPr>
            <a:spLocks noGrp="1"/>
          </p:cNvSpPr>
          <p:nvPr>
            <p:ph sz="half" idx="1"/>
          </p:nvPr>
        </p:nvSpPr>
        <p:spPr>
          <a:xfrm>
            <a:off x="640080" y="2304102"/>
            <a:ext cx="5654040" cy="5321808"/>
          </a:xfrm>
        </p:spPr>
        <p:txBody>
          <a:bodyPr/>
          <a:lstStyle>
            <a:lvl1pPr>
              <a:defRPr sz="3400"/>
            </a:lvl1pPr>
            <a:lvl2pPr>
              <a:defRPr sz="3200"/>
            </a:lvl2pPr>
            <a:lvl3pPr>
              <a:defRPr sz="26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2304102"/>
            <a:ext cx="5654040" cy="5321808"/>
          </a:xfrm>
        </p:spPr>
        <p:txBody>
          <a:bodyPr/>
          <a:lstStyle>
            <a:lvl1pPr>
              <a:defRPr sz="3400"/>
            </a:lvl1pPr>
            <a:lvl2pPr>
              <a:defRPr sz="3200"/>
            </a:lvl2pPr>
            <a:lvl3pPr>
              <a:defRPr sz="26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xmlns="" id="{33A9F457-9961-6572-D747-CD05BB2154C2}"/>
              </a:ext>
            </a:extLst>
          </p:cNvPr>
          <p:cNvSpPr>
            <a:spLocks noGrp="1"/>
          </p:cNvSpPr>
          <p:nvPr>
            <p:ph type="dt" sz="half" idx="10"/>
          </p:nvPr>
        </p:nvSpPr>
        <p:spPr/>
        <p:txBody>
          <a:bodyPr/>
          <a:lstStyle>
            <a:lvl1pPr>
              <a:defRPr/>
            </a:lvl1pPr>
          </a:lstStyle>
          <a:p>
            <a:pPr>
              <a:defRPr/>
            </a:pPr>
            <a:fld id="{01483AAD-7099-2144-8166-65A6A3F11A93}" type="datetime1">
              <a:rPr lang="en-US"/>
              <a:pPr>
                <a:defRPr/>
              </a:pPr>
              <a:t>12/4/2025</a:t>
            </a:fld>
            <a:endParaRPr lang="en-US"/>
          </a:p>
        </p:txBody>
      </p:sp>
      <p:sp>
        <p:nvSpPr>
          <p:cNvPr id="6" name="Footer Placeholder 21">
            <a:extLst>
              <a:ext uri="{FF2B5EF4-FFF2-40B4-BE49-F238E27FC236}">
                <a16:creationId xmlns:a16="http://schemas.microsoft.com/office/drawing/2014/main" xmlns="" id="{01399119-7BBC-8938-5CF7-954CC27AC93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xmlns="" id="{E8B8CB58-67F5-7CFB-07E6-5661D720455D}"/>
              </a:ext>
            </a:extLst>
          </p:cNvPr>
          <p:cNvSpPr>
            <a:spLocks noGrp="1"/>
          </p:cNvSpPr>
          <p:nvPr>
            <p:ph type="sldNum" sz="quarter" idx="12"/>
          </p:nvPr>
        </p:nvSpPr>
        <p:spPr/>
        <p:txBody>
          <a:bodyPr/>
          <a:lstStyle>
            <a:lvl1pPr>
              <a:defRPr/>
            </a:lvl1pPr>
          </a:lstStyle>
          <a:p>
            <a:fld id="{836903DB-5062-D64F-BC01-E224C495D736}" type="slidenum">
              <a:rPr lang="en-US" altLang="en-US"/>
              <a:pPr/>
              <a:t>‹#›</a:t>
            </a:fld>
            <a:endParaRPr lang="en-US" altLang="en-US"/>
          </a:p>
        </p:txBody>
      </p:sp>
    </p:spTree>
    <p:extLst>
      <p:ext uri="{BB962C8B-B14F-4D97-AF65-F5344CB8AC3E}">
        <p14:creationId xmlns:p14="http://schemas.microsoft.com/office/powerpoint/2010/main" val="2132517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844906"/>
            <a:ext cx="11521440" cy="13716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2226298"/>
            <a:ext cx="5656263" cy="791222"/>
          </a:xfrm>
        </p:spPr>
        <p:txBody>
          <a:bodyPr lIns="60085" tIns="0" rIns="60085" bIns="0" anchor="ctr">
            <a:noAutofit/>
          </a:bodyPr>
          <a:lstStyle>
            <a:lvl1pPr marL="0" indent="0">
              <a:buNone/>
              <a:defRPr sz="3200" b="1" cap="none" baseline="0">
                <a:solidFill>
                  <a:schemeClr val="tx2"/>
                </a:solidFill>
                <a:effectLst/>
              </a:defRPr>
            </a:lvl1pPr>
            <a:lvl2pPr>
              <a:buNone/>
              <a:defRPr sz="2600" b="1"/>
            </a:lvl2pPr>
            <a:lvl3pPr>
              <a:buNone/>
              <a:defRPr sz="2400" b="1"/>
            </a:lvl3pPr>
            <a:lvl4pPr>
              <a:buNone/>
              <a:defRPr sz="2100" b="1"/>
            </a:lvl4pPr>
            <a:lvl5pPr>
              <a:buNone/>
              <a:defRPr sz="2100" b="1"/>
            </a:lvl5pPr>
          </a:lstStyle>
          <a:p>
            <a:pPr lvl="0"/>
            <a:r>
              <a:rPr lang="en-US"/>
              <a:t>Click to edit Master text styles</a:t>
            </a:r>
          </a:p>
        </p:txBody>
      </p:sp>
      <p:sp>
        <p:nvSpPr>
          <p:cNvPr id="4" name="Text Placeholder 3"/>
          <p:cNvSpPr>
            <a:spLocks noGrp="1"/>
          </p:cNvSpPr>
          <p:nvPr>
            <p:ph type="body" sz="half" idx="3"/>
          </p:nvPr>
        </p:nvSpPr>
        <p:spPr>
          <a:xfrm>
            <a:off x="6503036" y="2231709"/>
            <a:ext cx="5658485" cy="785812"/>
          </a:xfrm>
        </p:spPr>
        <p:txBody>
          <a:bodyPr lIns="60085" tIns="0" rIns="60085" bIns="0" anchor="ctr"/>
          <a:lstStyle>
            <a:lvl1pPr marL="0" indent="0">
              <a:buNone/>
              <a:defRPr sz="3200" b="1" cap="none" baseline="0">
                <a:solidFill>
                  <a:schemeClr val="tx2"/>
                </a:solidFill>
                <a:effectLst/>
              </a:defRPr>
            </a:lvl1pPr>
            <a:lvl2pPr>
              <a:buNone/>
              <a:defRPr sz="2600" b="1"/>
            </a:lvl2pPr>
            <a:lvl3pPr>
              <a:buNone/>
              <a:defRPr sz="2400" b="1"/>
            </a:lvl3pPr>
            <a:lvl4pPr>
              <a:buNone/>
              <a:defRPr sz="2100" b="1"/>
            </a:lvl4pPr>
            <a:lvl5pPr>
              <a:buNone/>
              <a:defRPr sz="2100" b="1"/>
            </a:lvl5pPr>
          </a:lstStyle>
          <a:p>
            <a:pPr lvl="0"/>
            <a:r>
              <a:rPr lang="en-US"/>
              <a:t>Click to edit Master text styles</a:t>
            </a:r>
          </a:p>
        </p:txBody>
      </p:sp>
      <p:sp>
        <p:nvSpPr>
          <p:cNvPr id="5" name="Content Placeholder 4"/>
          <p:cNvSpPr>
            <a:spLocks noGrp="1"/>
          </p:cNvSpPr>
          <p:nvPr>
            <p:ph sz="quarter" idx="2"/>
          </p:nvPr>
        </p:nvSpPr>
        <p:spPr>
          <a:xfrm>
            <a:off x="640080" y="3017520"/>
            <a:ext cx="5656263" cy="4614864"/>
          </a:xfrm>
        </p:spPr>
        <p:txBody>
          <a:bodyPr tIns="0"/>
          <a:lstStyle>
            <a:lvl1pPr>
              <a:defRPr sz="2900"/>
            </a:lvl1pPr>
            <a:lvl2pPr>
              <a:defRPr sz="2600"/>
            </a:lvl2pPr>
            <a:lvl3pPr>
              <a:defRPr sz="2400"/>
            </a:lvl3pPr>
            <a:lvl4pPr>
              <a:defRPr sz="2100"/>
            </a:lvl4pPr>
            <a:lvl5pPr>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503036" y="3017520"/>
            <a:ext cx="5658485" cy="4614864"/>
          </a:xfrm>
        </p:spPr>
        <p:txBody>
          <a:bodyPr tIns="0"/>
          <a:lstStyle>
            <a:lvl1pPr>
              <a:defRPr sz="2900"/>
            </a:lvl1pPr>
            <a:lvl2pPr>
              <a:defRPr sz="2600"/>
            </a:lvl2pPr>
            <a:lvl3pPr>
              <a:defRPr sz="2400"/>
            </a:lvl3pPr>
            <a:lvl4pPr>
              <a:defRPr sz="2100"/>
            </a:lvl4pPr>
            <a:lvl5pPr>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a16="http://schemas.microsoft.com/office/drawing/2014/main" xmlns="" id="{A1059B4D-8954-FD1C-8C73-572D2CF33276}"/>
              </a:ext>
            </a:extLst>
          </p:cNvPr>
          <p:cNvSpPr>
            <a:spLocks noGrp="1"/>
          </p:cNvSpPr>
          <p:nvPr>
            <p:ph type="dt" sz="half" idx="10"/>
          </p:nvPr>
        </p:nvSpPr>
        <p:spPr/>
        <p:txBody>
          <a:bodyPr/>
          <a:lstStyle>
            <a:lvl1pPr>
              <a:defRPr/>
            </a:lvl1pPr>
          </a:lstStyle>
          <a:p>
            <a:pPr>
              <a:defRPr/>
            </a:pPr>
            <a:fld id="{BCAFBC24-F0F7-3E4A-8718-62D93495AA94}" type="datetime1">
              <a:rPr lang="en-US"/>
              <a:pPr>
                <a:defRPr/>
              </a:pPr>
              <a:t>12/4/2025</a:t>
            </a:fld>
            <a:endParaRPr lang="en-US"/>
          </a:p>
        </p:txBody>
      </p:sp>
      <p:sp>
        <p:nvSpPr>
          <p:cNvPr id="8" name="Footer Placeholder 21">
            <a:extLst>
              <a:ext uri="{FF2B5EF4-FFF2-40B4-BE49-F238E27FC236}">
                <a16:creationId xmlns:a16="http://schemas.microsoft.com/office/drawing/2014/main" xmlns="" id="{08685434-67C0-E8BD-BFED-66A8A98E696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7">
            <a:extLst>
              <a:ext uri="{FF2B5EF4-FFF2-40B4-BE49-F238E27FC236}">
                <a16:creationId xmlns:a16="http://schemas.microsoft.com/office/drawing/2014/main" xmlns="" id="{D9CF8D5F-3FF1-C3B7-E731-3788EBCF6A11}"/>
              </a:ext>
            </a:extLst>
          </p:cNvPr>
          <p:cNvSpPr>
            <a:spLocks noGrp="1"/>
          </p:cNvSpPr>
          <p:nvPr>
            <p:ph type="sldNum" sz="quarter" idx="12"/>
          </p:nvPr>
        </p:nvSpPr>
        <p:spPr/>
        <p:txBody>
          <a:bodyPr/>
          <a:lstStyle>
            <a:lvl1pPr>
              <a:defRPr/>
            </a:lvl1pPr>
          </a:lstStyle>
          <a:p>
            <a:fld id="{C0CBA90F-BF90-9D4F-8550-4DA4056935FF}" type="slidenum">
              <a:rPr lang="en-US" altLang="en-US"/>
              <a:pPr/>
              <a:t>‹#›</a:t>
            </a:fld>
            <a:endParaRPr lang="en-US" altLang="en-US"/>
          </a:p>
        </p:txBody>
      </p:sp>
    </p:spTree>
    <p:extLst>
      <p:ext uri="{BB962C8B-B14F-4D97-AF65-F5344CB8AC3E}">
        <p14:creationId xmlns:p14="http://schemas.microsoft.com/office/powerpoint/2010/main" val="94218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40080" y="844906"/>
            <a:ext cx="11628120" cy="13716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66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a16="http://schemas.microsoft.com/office/drawing/2014/main" xmlns="" id="{F6006F13-635C-7321-2F44-99BF14B96B21}"/>
              </a:ext>
            </a:extLst>
          </p:cNvPr>
          <p:cNvSpPr>
            <a:spLocks noGrp="1"/>
          </p:cNvSpPr>
          <p:nvPr>
            <p:ph type="dt" sz="half" idx="10"/>
          </p:nvPr>
        </p:nvSpPr>
        <p:spPr/>
        <p:txBody>
          <a:bodyPr/>
          <a:lstStyle>
            <a:lvl1pPr>
              <a:defRPr/>
            </a:lvl1pPr>
          </a:lstStyle>
          <a:p>
            <a:pPr>
              <a:defRPr/>
            </a:pPr>
            <a:fld id="{480091E0-DF7D-524F-B546-AC055A255792}" type="datetime1">
              <a:rPr lang="en-US"/>
              <a:pPr>
                <a:defRPr/>
              </a:pPr>
              <a:t>12/4/2025</a:t>
            </a:fld>
            <a:endParaRPr lang="en-US"/>
          </a:p>
        </p:txBody>
      </p:sp>
      <p:sp>
        <p:nvSpPr>
          <p:cNvPr id="4" name="Footer Placeholder 21">
            <a:extLst>
              <a:ext uri="{FF2B5EF4-FFF2-40B4-BE49-F238E27FC236}">
                <a16:creationId xmlns:a16="http://schemas.microsoft.com/office/drawing/2014/main" xmlns="" id="{8B49D17C-856E-E6D6-427C-8F7DA35B9D4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7">
            <a:extLst>
              <a:ext uri="{FF2B5EF4-FFF2-40B4-BE49-F238E27FC236}">
                <a16:creationId xmlns:a16="http://schemas.microsoft.com/office/drawing/2014/main" xmlns="" id="{902C2A03-27F2-F10A-3F63-BB66929714C8}"/>
              </a:ext>
            </a:extLst>
          </p:cNvPr>
          <p:cNvSpPr>
            <a:spLocks noGrp="1"/>
          </p:cNvSpPr>
          <p:nvPr>
            <p:ph type="sldNum" sz="quarter" idx="12"/>
          </p:nvPr>
        </p:nvSpPr>
        <p:spPr/>
        <p:txBody>
          <a:bodyPr/>
          <a:lstStyle>
            <a:lvl1pPr>
              <a:defRPr/>
            </a:lvl1pPr>
          </a:lstStyle>
          <a:p>
            <a:fld id="{84CE6E0B-E03E-6F4B-8AAE-AE52EFE18D21}" type="slidenum">
              <a:rPr lang="en-US" altLang="en-US"/>
              <a:pPr/>
              <a:t>‹#›</a:t>
            </a:fld>
            <a:endParaRPr lang="en-US" altLang="en-US"/>
          </a:p>
        </p:txBody>
      </p:sp>
    </p:spTree>
    <p:extLst>
      <p:ext uri="{BB962C8B-B14F-4D97-AF65-F5344CB8AC3E}">
        <p14:creationId xmlns:p14="http://schemas.microsoft.com/office/powerpoint/2010/main" val="191007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xmlns="" id="{5442A03E-ED56-DAA7-C5FC-B8A7068B7002}"/>
              </a:ext>
            </a:extLst>
          </p:cNvPr>
          <p:cNvSpPr>
            <a:spLocks noGrp="1"/>
          </p:cNvSpPr>
          <p:nvPr>
            <p:ph type="dt" sz="half" idx="10"/>
          </p:nvPr>
        </p:nvSpPr>
        <p:spPr/>
        <p:txBody>
          <a:bodyPr/>
          <a:lstStyle>
            <a:lvl1pPr>
              <a:defRPr/>
            </a:lvl1pPr>
          </a:lstStyle>
          <a:p>
            <a:pPr>
              <a:defRPr/>
            </a:pPr>
            <a:fld id="{344131D3-F4B7-BA49-ABE5-2CBD0704F5D3}" type="datetime1">
              <a:rPr lang="en-US"/>
              <a:pPr>
                <a:defRPr/>
              </a:pPr>
              <a:t>12/4/2025</a:t>
            </a:fld>
            <a:endParaRPr lang="en-US"/>
          </a:p>
        </p:txBody>
      </p:sp>
      <p:sp>
        <p:nvSpPr>
          <p:cNvPr id="3" name="Footer Placeholder 21">
            <a:extLst>
              <a:ext uri="{FF2B5EF4-FFF2-40B4-BE49-F238E27FC236}">
                <a16:creationId xmlns:a16="http://schemas.microsoft.com/office/drawing/2014/main" xmlns="" id="{95BFB9B8-F3A9-CE82-5A25-644C2BFE5CD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17">
            <a:extLst>
              <a:ext uri="{FF2B5EF4-FFF2-40B4-BE49-F238E27FC236}">
                <a16:creationId xmlns:a16="http://schemas.microsoft.com/office/drawing/2014/main" xmlns="" id="{F4FE98B8-F22D-9171-1F60-E26BD44FA85D}"/>
              </a:ext>
            </a:extLst>
          </p:cNvPr>
          <p:cNvSpPr>
            <a:spLocks noGrp="1"/>
          </p:cNvSpPr>
          <p:nvPr>
            <p:ph type="sldNum" sz="quarter" idx="12"/>
          </p:nvPr>
        </p:nvSpPr>
        <p:spPr/>
        <p:txBody>
          <a:bodyPr/>
          <a:lstStyle>
            <a:lvl1pPr>
              <a:defRPr/>
            </a:lvl1pPr>
          </a:lstStyle>
          <a:p>
            <a:fld id="{EA9D1948-22B7-484D-B279-275715BA6AF2}" type="slidenum">
              <a:rPr lang="en-US" altLang="en-US"/>
              <a:pPr/>
              <a:t>‹#›</a:t>
            </a:fld>
            <a:endParaRPr lang="en-US" altLang="en-US"/>
          </a:p>
        </p:txBody>
      </p:sp>
    </p:spTree>
    <p:extLst>
      <p:ext uri="{BB962C8B-B14F-4D97-AF65-F5344CB8AC3E}">
        <p14:creationId xmlns:p14="http://schemas.microsoft.com/office/powerpoint/2010/main" val="2505551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60120" y="617222"/>
            <a:ext cx="3840480" cy="1394460"/>
          </a:xfrm>
        </p:spPr>
        <p:txBody>
          <a:bodyPr>
            <a:noAutofit/>
          </a:bodyPr>
          <a:lstStyle>
            <a:lvl1pPr algn="l" rtl="0">
              <a:spcBef>
                <a:spcPct val="0"/>
              </a:spcBef>
              <a:buNone/>
              <a:defRPr sz="34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60120" y="2011680"/>
            <a:ext cx="3840480" cy="5486400"/>
          </a:xfrm>
        </p:spPr>
        <p:txBody>
          <a:bodyPr lIns="24034" rIns="24034"/>
          <a:lstStyle>
            <a:lvl1pPr marL="0" indent="0" algn="l">
              <a:buNone/>
              <a:defRPr sz="1800"/>
            </a:lvl1pPr>
            <a:lvl2pPr indent="0" algn="l">
              <a:buNone/>
              <a:defRPr sz="1600"/>
            </a:lvl2pPr>
            <a:lvl3pPr indent="0" algn="l">
              <a:buNone/>
              <a:defRPr sz="1300"/>
            </a:lvl3pPr>
            <a:lvl4pPr indent="0" algn="l">
              <a:buNone/>
              <a:defRPr sz="1200"/>
            </a:lvl4pPr>
            <a:lvl5pPr indent="0" algn="l">
              <a:buNone/>
              <a:defRPr sz="1200"/>
            </a:lvl5pPr>
          </a:lstStyle>
          <a:p>
            <a:pPr lvl="0"/>
            <a:r>
              <a:rPr lang="en-US"/>
              <a:t>Click to edit Master text styles</a:t>
            </a:r>
          </a:p>
        </p:txBody>
      </p:sp>
      <p:sp>
        <p:nvSpPr>
          <p:cNvPr id="4" name="Content Placeholder 3"/>
          <p:cNvSpPr>
            <a:spLocks noGrp="1"/>
          </p:cNvSpPr>
          <p:nvPr>
            <p:ph sz="half" idx="1"/>
          </p:nvPr>
        </p:nvSpPr>
        <p:spPr>
          <a:xfrm>
            <a:off x="5005070" y="2011680"/>
            <a:ext cx="7156450" cy="5486400"/>
          </a:xfrm>
        </p:spPr>
        <p:txBody>
          <a:bodyPr tIns="0"/>
          <a:lstStyle>
            <a:lvl1pPr>
              <a:defRPr sz="3700"/>
            </a:lvl1pPr>
            <a:lvl2pPr>
              <a:defRPr sz="3400"/>
            </a:lvl2pPr>
            <a:lvl3pPr>
              <a:defRPr sz="3200"/>
            </a:lvl3pPr>
            <a:lvl4pPr>
              <a:defRPr sz="26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xmlns="" id="{9F3149E1-81E6-0175-41A2-4F04A809C603}"/>
              </a:ext>
            </a:extLst>
          </p:cNvPr>
          <p:cNvSpPr>
            <a:spLocks noGrp="1"/>
          </p:cNvSpPr>
          <p:nvPr>
            <p:ph type="dt" sz="half" idx="10"/>
          </p:nvPr>
        </p:nvSpPr>
        <p:spPr/>
        <p:txBody>
          <a:bodyPr/>
          <a:lstStyle>
            <a:lvl1pPr>
              <a:defRPr/>
            </a:lvl1pPr>
          </a:lstStyle>
          <a:p>
            <a:pPr>
              <a:defRPr/>
            </a:pPr>
            <a:fld id="{3381E951-2F1C-4B45-A85B-99E5EB37160B}" type="datetime1">
              <a:rPr lang="en-US"/>
              <a:pPr>
                <a:defRPr/>
              </a:pPr>
              <a:t>12/4/2025</a:t>
            </a:fld>
            <a:endParaRPr lang="en-US"/>
          </a:p>
        </p:txBody>
      </p:sp>
      <p:sp>
        <p:nvSpPr>
          <p:cNvPr id="6" name="Footer Placeholder 21">
            <a:extLst>
              <a:ext uri="{FF2B5EF4-FFF2-40B4-BE49-F238E27FC236}">
                <a16:creationId xmlns:a16="http://schemas.microsoft.com/office/drawing/2014/main" xmlns="" id="{82065A5B-E912-B0A6-28B3-82EA7B67D90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xmlns="" id="{148B07EA-BE84-A17C-0E16-A5688C641B62}"/>
              </a:ext>
            </a:extLst>
          </p:cNvPr>
          <p:cNvSpPr>
            <a:spLocks noGrp="1"/>
          </p:cNvSpPr>
          <p:nvPr>
            <p:ph type="sldNum" sz="quarter" idx="12"/>
          </p:nvPr>
        </p:nvSpPr>
        <p:spPr/>
        <p:txBody>
          <a:bodyPr/>
          <a:lstStyle>
            <a:lvl1pPr>
              <a:defRPr/>
            </a:lvl1pPr>
          </a:lstStyle>
          <a:p>
            <a:fld id="{167C72F9-83C5-E44B-8FB4-8E80D4878C0C}" type="slidenum">
              <a:rPr lang="en-US" altLang="en-US"/>
              <a:pPr/>
              <a:t>‹#›</a:t>
            </a:fld>
            <a:endParaRPr lang="en-US" altLang="en-US"/>
          </a:p>
        </p:txBody>
      </p:sp>
    </p:spTree>
    <p:extLst>
      <p:ext uri="{BB962C8B-B14F-4D97-AF65-F5344CB8AC3E}">
        <p14:creationId xmlns:p14="http://schemas.microsoft.com/office/powerpoint/2010/main" val="4227933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a:extLst>
              <a:ext uri="{FF2B5EF4-FFF2-40B4-BE49-F238E27FC236}">
                <a16:creationId xmlns:a16="http://schemas.microsoft.com/office/drawing/2014/main" xmlns="" id="{53F4E3F2-EE43-DB38-58A0-DA3AE6F45AB8}"/>
              </a:ext>
            </a:extLst>
          </p:cNvPr>
          <p:cNvSpPr/>
          <p:nvPr/>
        </p:nvSpPr>
        <p:spPr>
          <a:xfrm rot="420000" flipV="1">
            <a:off x="4432300" y="1330325"/>
            <a:ext cx="7361238" cy="4937125"/>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120170" tIns="60085" rIns="120170" bIns="60085" anchor="ctr"/>
          <a:lstStyle/>
          <a:p>
            <a:pPr algn="ctr" eaLnBrk="1" hangingPunct="1">
              <a:defRPr/>
            </a:pPr>
            <a:endParaRPr lang="en-US"/>
          </a:p>
        </p:txBody>
      </p:sp>
      <p:sp>
        <p:nvSpPr>
          <p:cNvPr id="6" name="Right Triangle 5">
            <a:extLst>
              <a:ext uri="{FF2B5EF4-FFF2-40B4-BE49-F238E27FC236}">
                <a16:creationId xmlns:a16="http://schemas.microsoft.com/office/drawing/2014/main" xmlns="" id="{E8484A4D-F5C2-1D01-9321-D065E3B6DEC9}"/>
              </a:ext>
            </a:extLst>
          </p:cNvPr>
          <p:cNvSpPr/>
          <p:nvPr/>
        </p:nvSpPr>
        <p:spPr>
          <a:xfrm rot="420000" flipV="1">
            <a:off x="11206163" y="6430963"/>
            <a:ext cx="217487" cy="18732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120170" tIns="60085" rIns="120170" bIns="60085" anchor="ctr"/>
          <a:lstStyle/>
          <a:p>
            <a:pPr algn="ctr" eaLnBrk="1" hangingPunct="1">
              <a:defRPr/>
            </a:pPr>
            <a:endParaRPr lang="en-US"/>
          </a:p>
        </p:txBody>
      </p:sp>
      <p:sp>
        <p:nvSpPr>
          <p:cNvPr id="7" name="Freeform 6">
            <a:extLst>
              <a:ext uri="{FF2B5EF4-FFF2-40B4-BE49-F238E27FC236}">
                <a16:creationId xmlns:a16="http://schemas.microsoft.com/office/drawing/2014/main" xmlns="" id="{7505E11A-DDE2-D015-A5F0-BD7C69CD2DAC}"/>
              </a:ext>
            </a:extLst>
          </p:cNvPr>
          <p:cNvSpPr>
            <a:spLocks/>
          </p:cNvSpPr>
          <p:nvPr/>
        </p:nvSpPr>
        <p:spPr bwMode="auto">
          <a:xfrm flipV="1">
            <a:off x="-12700" y="6980238"/>
            <a:ext cx="12827000" cy="1249362"/>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8" name="Freeform 7">
            <a:extLst>
              <a:ext uri="{FF2B5EF4-FFF2-40B4-BE49-F238E27FC236}">
                <a16:creationId xmlns:a16="http://schemas.microsoft.com/office/drawing/2014/main" xmlns="" id="{FC22AC08-1A1C-696B-AADA-979C932FDAFD}"/>
              </a:ext>
            </a:extLst>
          </p:cNvPr>
          <p:cNvSpPr>
            <a:spLocks/>
          </p:cNvSpPr>
          <p:nvPr/>
        </p:nvSpPr>
        <p:spPr bwMode="auto">
          <a:xfrm flipV="1">
            <a:off x="6134100" y="7464425"/>
            <a:ext cx="6667500" cy="765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2" name="Title 1"/>
          <p:cNvSpPr>
            <a:spLocks noGrp="1"/>
          </p:cNvSpPr>
          <p:nvPr>
            <p:ph type="title"/>
          </p:nvPr>
        </p:nvSpPr>
        <p:spPr>
          <a:xfrm>
            <a:off x="853440" y="1412396"/>
            <a:ext cx="3097987" cy="1899145"/>
          </a:xfrm>
        </p:spPr>
        <p:txBody>
          <a:bodyPr lIns="60085" rIns="60085" bIns="60085"/>
          <a:lstStyle>
            <a:lvl1pPr algn="l">
              <a:buNone/>
              <a:defRPr sz="26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53440" y="3394542"/>
            <a:ext cx="3093720" cy="2615184"/>
          </a:xfrm>
        </p:spPr>
        <p:txBody>
          <a:bodyPr lIns="84119" rIns="60085"/>
          <a:lstStyle>
            <a:lvl1pPr marL="0" indent="0" algn="l">
              <a:spcBef>
                <a:spcPts val="329"/>
              </a:spcBef>
              <a:buFontTx/>
              <a:buNone/>
              <a:defRPr sz="1700"/>
            </a:lvl1pPr>
            <a:lvl2pPr>
              <a:defRPr sz="1600"/>
            </a:lvl2pPr>
            <a:lvl3pPr>
              <a:defRPr sz="1300"/>
            </a:lvl3pPr>
            <a:lvl4pPr>
              <a:defRPr sz="1200"/>
            </a:lvl4pPr>
            <a:lvl5pPr>
              <a:defRPr sz="1200"/>
            </a:lvl5pPr>
          </a:lstStyle>
          <a:p>
            <a:pPr lvl="0"/>
            <a:r>
              <a:rPr lang="en-US"/>
              <a:t>Click to edit Master text styles</a:t>
            </a:r>
          </a:p>
        </p:txBody>
      </p:sp>
      <p:sp>
        <p:nvSpPr>
          <p:cNvPr id="3" name="Picture Placeholder 2"/>
          <p:cNvSpPr>
            <a:spLocks noGrp="1"/>
          </p:cNvSpPr>
          <p:nvPr>
            <p:ph type="pic" idx="1"/>
          </p:nvPr>
        </p:nvSpPr>
        <p:spPr>
          <a:xfrm rot="420000">
            <a:off x="4880110" y="1439420"/>
            <a:ext cx="6464808" cy="4718304"/>
          </a:xfrm>
          <a:prstGeom prst="rect">
            <a:avLst/>
          </a:prstGeom>
          <a:solidFill>
            <a:schemeClr val="bg2"/>
          </a:solidFill>
          <a:ln w="3000" cap="rnd">
            <a:solidFill>
              <a:srgbClr val="C0C0C0"/>
            </a:solidFill>
            <a:round/>
          </a:ln>
          <a:effectLst/>
        </p:spPr>
        <p:txBody>
          <a:bodyPr>
            <a:normAutofit/>
          </a:bodyPr>
          <a:lstStyle>
            <a:lvl1pPr marL="0" indent="0">
              <a:buNone/>
              <a:defRPr sz="4200"/>
            </a:lvl1pPr>
          </a:lstStyle>
          <a:p>
            <a:pPr lvl="0"/>
            <a:r>
              <a:rPr lang="en-US" noProof="0"/>
              <a:t>Click icon to add picture</a:t>
            </a:r>
            <a:endParaRPr lang="en-US" noProof="0" dirty="0"/>
          </a:p>
        </p:txBody>
      </p:sp>
      <p:sp>
        <p:nvSpPr>
          <p:cNvPr id="9" name="Date Placeholder 4">
            <a:extLst>
              <a:ext uri="{FF2B5EF4-FFF2-40B4-BE49-F238E27FC236}">
                <a16:creationId xmlns:a16="http://schemas.microsoft.com/office/drawing/2014/main" xmlns="" id="{E5118F52-D0B1-F68E-9943-572F8C5D8431}"/>
              </a:ext>
            </a:extLst>
          </p:cNvPr>
          <p:cNvSpPr>
            <a:spLocks noGrp="1"/>
          </p:cNvSpPr>
          <p:nvPr>
            <p:ph type="dt" sz="half" idx="10"/>
          </p:nvPr>
        </p:nvSpPr>
        <p:spPr/>
        <p:txBody>
          <a:bodyPr/>
          <a:lstStyle>
            <a:lvl1pPr>
              <a:defRPr/>
            </a:lvl1pPr>
          </a:lstStyle>
          <a:p>
            <a:pPr>
              <a:defRPr/>
            </a:pPr>
            <a:fld id="{6404F8EE-D527-7744-B0C0-2AC95FC8F1A8}" type="datetime1">
              <a:rPr lang="en-US"/>
              <a:pPr>
                <a:defRPr/>
              </a:pPr>
              <a:t>12/4/2025</a:t>
            </a:fld>
            <a:endParaRPr lang="en-US"/>
          </a:p>
        </p:txBody>
      </p:sp>
      <p:sp>
        <p:nvSpPr>
          <p:cNvPr id="10" name="Footer Placeholder 5">
            <a:extLst>
              <a:ext uri="{FF2B5EF4-FFF2-40B4-BE49-F238E27FC236}">
                <a16:creationId xmlns:a16="http://schemas.microsoft.com/office/drawing/2014/main" xmlns="" id="{2554CC28-6B4C-63FC-7D0D-4C7893833B59}"/>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xmlns="" id="{7C30ACC9-7905-39A6-4119-F2AA779AFB30}"/>
              </a:ext>
            </a:extLst>
          </p:cNvPr>
          <p:cNvSpPr>
            <a:spLocks noGrp="1"/>
          </p:cNvSpPr>
          <p:nvPr>
            <p:ph type="sldNum" sz="quarter" idx="12"/>
          </p:nvPr>
        </p:nvSpPr>
        <p:spPr>
          <a:xfrm>
            <a:off x="11307763" y="7627938"/>
            <a:ext cx="854075" cy="438150"/>
          </a:xfrm>
        </p:spPr>
        <p:txBody>
          <a:bodyPr/>
          <a:lstStyle>
            <a:lvl1pPr>
              <a:defRPr/>
            </a:lvl1pPr>
          </a:lstStyle>
          <a:p>
            <a:fld id="{029CE6BA-C52E-BD43-AD96-CEF6230AD210}" type="slidenum">
              <a:rPr lang="en-US" altLang="en-US"/>
              <a:pPr/>
              <a:t>‹#›</a:t>
            </a:fld>
            <a:endParaRPr lang="en-US" altLang="en-US"/>
          </a:p>
        </p:txBody>
      </p:sp>
    </p:spTree>
    <p:extLst>
      <p:ext uri="{BB962C8B-B14F-4D97-AF65-F5344CB8AC3E}">
        <p14:creationId xmlns:p14="http://schemas.microsoft.com/office/powerpoint/2010/main" val="3554122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xmlns="" id="{B92F7BA1-7399-927E-52FC-80917CA5909E}"/>
              </a:ext>
            </a:extLst>
          </p:cNvPr>
          <p:cNvSpPr>
            <a:spLocks noGrp="1"/>
          </p:cNvSpPr>
          <p:nvPr>
            <p:ph type="dt" sz="half" idx="10"/>
          </p:nvPr>
        </p:nvSpPr>
        <p:spPr/>
        <p:txBody>
          <a:bodyPr/>
          <a:lstStyle>
            <a:lvl1pPr>
              <a:defRPr/>
            </a:lvl1pPr>
          </a:lstStyle>
          <a:p>
            <a:pPr>
              <a:defRPr/>
            </a:pPr>
            <a:fld id="{BCBC5025-89CA-6548-AF99-0D2D5AE5AF5D}" type="datetime1">
              <a:rPr lang="en-US"/>
              <a:pPr>
                <a:defRPr/>
              </a:pPr>
              <a:t>12/4/2025</a:t>
            </a:fld>
            <a:endParaRPr lang="en-US"/>
          </a:p>
        </p:txBody>
      </p:sp>
      <p:sp>
        <p:nvSpPr>
          <p:cNvPr id="5" name="Footer Placeholder 21">
            <a:extLst>
              <a:ext uri="{FF2B5EF4-FFF2-40B4-BE49-F238E27FC236}">
                <a16:creationId xmlns:a16="http://schemas.microsoft.com/office/drawing/2014/main" xmlns="" id="{8C8BCDE6-6336-D1B5-09E1-FA96E63ADA7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xmlns="" id="{174C9377-7797-5BB1-AA8D-3DD600DBCB6B}"/>
              </a:ext>
            </a:extLst>
          </p:cNvPr>
          <p:cNvSpPr>
            <a:spLocks noGrp="1"/>
          </p:cNvSpPr>
          <p:nvPr>
            <p:ph type="sldNum" sz="quarter" idx="12"/>
          </p:nvPr>
        </p:nvSpPr>
        <p:spPr/>
        <p:txBody>
          <a:bodyPr/>
          <a:lstStyle>
            <a:lvl1pPr>
              <a:defRPr/>
            </a:lvl1pPr>
          </a:lstStyle>
          <a:p>
            <a:fld id="{AC89F118-D473-8D44-B691-54B010161B8C}" type="slidenum">
              <a:rPr lang="en-US" altLang="en-US"/>
              <a:pPr/>
              <a:t>‹#›</a:t>
            </a:fld>
            <a:endParaRPr lang="en-US" altLang="en-US"/>
          </a:p>
        </p:txBody>
      </p:sp>
    </p:spTree>
    <p:extLst>
      <p:ext uri="{BB962C8B-B14F-4D97-AF65-F5344CB8AC3E}">
        <p14:creationId xmlns:p14="http://schemas.microsoft.com/office/powerpoint/2010/main" val="77546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1097282"/>
            <a:ext cx="2880360" cy="625411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1097282"/>
            <a:ext cx="8427720" cy="62541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xmlns="" id="{0F488E59-C645-4804-1388-5E4C3D4D7944}"/>
              </a:ext>
            </a:extLst>
          </p:cNvPr>
          <p:cNvSpPr>
            <a:spLocks noGrp="1"/>
          </p:cNvSpPr>
          <p:nvPr>
            <p:ph type="dt" sz="half" idx="10"/>
          </p:nvPr>
        </p:nvSpPr>
        <p:spPr/>
        <p:txBody>
          <a:bodyPr/>
          <a:lstStyle>
            <a:lvl1pPr>
              <a:defRPr/>
            </a:lvl1pPr>
          </a:lstStyle>
          <a:p>
            <a:pPr>
              <a:defRPr/>
            </a:pPr>
            <a:fld id="{60571EE4-FC04-9B4F-8B55-22BC6BB79B25}" type="datetime1">
              <a:rPr lang="en-US"/>
              <a:pPr>
                <a:defRPr/>
              </a:pPr>
              <a:t>12/4/2025</a:t>
            </a:fld>
            <a:endParaRPr lang="en-US"/>
          </a:p>
        </p:txBody>
      </p:sp>
      <p:sp>
        <p:nvSpPr>
          <p:cNvPr id="5" name="Footer Placeholder 21">
            <a:extLst>
              <a:ext uri="{FF2B5EF4-FFF2-40B4-BE49-F238E27FC236}">
                <a16:creationId xmlns:a16="http://schemas.microsoft.com/office/drawing/2014/main" xmlns="" id="{D2204C1E-E337-20D6-4031-27EFF84E04E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xmlns="" id="{43BB53AA-5170-DB2B-6173-1257C3F40F89}"/>
              </a:ext>
            </a:extLst>
          </p:cNvPr>
          <p:cNvSpPr>
            <a:spLocks noGrp="1"/>
          </p:cNvSpPr>
          <p:nvPr>
            <p:ph type="sldNum" sz="quarter" idx="12"/>
          </p:nvPr>
        </p:nvSpPr>
        <p:spPr/>
        <p:txBody>
          <a:bodyPr/>
          <a:lstStyle>
            <a:lvl1pPr>
              <a:defRPr/>
            </a:lvl1pPr>
          </a:lstStyle>
          <a:p>
            <a:fld id="{BA62D1A8-A274-F14D-986D-D20788E4C11A}" type="slidenum">
              <a:rPr lang="en-US" altLang="en-US"/>
              <a:pPr/>
              <a:t>‹#›</a:t>
            </a:fld>
            <a:endParaRPr lang="en-US" altLang="en-US"/>
          </a:p>
        </p:txBody>
      </p:sp>
    </p:spTree>
    <p:extLst>
      <p:ext uri="{BB962C8B-B14F-4D97-AF65-F5344CB8AC3E}">
        <p14:creationId xmlns:p14="http://schemas.microsoft.com/office/powerpoint/2010/main" val="52230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xmlns="" id="{FD177E11-9226-3F86-CF95-C0690F64DC20}"/>
              </a:ext>
            </a:extLst>
          </p:cNvPr>
          <p:cNvSpPr>
            <a:spLocks/>
          </p:cNvSpPr>
          <p:nvPr/>
        </p:nvSpPr>
        <p:spPr bwMode="auto">
          <a:xfrm>
            <a:off x="-12700" y="-7938"/>
            <a:ext cx="12827000" cy="124936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8" name="Freeform 7">
            <a:extLst>
              <a:ext uri="{FF2B5EF4-FFF2-40B4-BE49-F238E27FC236}">
                <a16:creationId xmlns:a16="http://schemas.microsoft.com/office/drawing/2014/main" xmlns="" id="{FAC35FC8-67EF-6030-3F01-8D98E1F776F6}"/>
              </a:ext>
            </a:extLst>
          </p:cNvPr>
          <p:cNvSpPr>
            <a:spLocks/>
          </p:cNvSpPr>
          <p:nvPr/>
        </p:nvSpPr>
        <p:spPr bwMode="auto">
          <a:xfrm>
            <a:off x="6134100" y="-7938"/>
            <a:ext cx="6667500" cy="765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120170" tIns="60085" rIns="120170" bIns="60085"/>
          <a:lstStyle/>
          <a:p>
            <a:pPr eaLnBrk="1" hangingPunct="1">
              <a:defRPr/>
            </a:pPr>
            <a:endParaRPr lang="en-US">
              <a:latin typeface="+mn-lt"/>
              <a:cs typeface="+mn-cs"/>
            </a:endParaRPr>
          </a:p>
        </p:txBody>
      </p:sp>
      <p:sp>
        <p:nvSpPr>
          <p:cNvPr id="1028" name="Title Placeholder 8">
            <a:extLst>
              <a:ext uri="{FF2B5EF4-FFF2-40B4-BE49-F238E27FC236}">
                <a16:creationId xmlns:a16="http://schemas.microsoft.com/office/drawing/2014/main" xmlns="" id="{DAF1D47B-10A1-5348-1251-0CD62623702D}"/>
              </a:ext>
            </a:extLst>
          </p:cNvPr>
          <p:cNvSpPr>
            <a:spLocks noGrp="1"/>
          </p:cNvSpPr>
          <p:nvPr>
            <p:ph type="title"/>
          </p:nvPr>
        </p:nvSpPr>
        <p:spPr bwMode="auto">
          <a:xfrm>
            <a:off x="639763" y="844550"/>
            <a:ext cx="115220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60085"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a16="http://schemas.microsoft.com/office/drawing/2014/main" xmlns="" id="{B9151DE2-8735-F767-B139-6566E57A5CB6}"/>
              </a:ext>
            </a:extLst>
          </p:cNvPr>
          <p:cNvSpPr>
            <a:spLocks noGrp="1"/>
          </p:cNvSpPr>
          <p:nvPr>
            <p:ph type="body" idx="1"/>
          </p:nvPr>
        </p:nvSpPr>
        <p:spPr bwMode="auto">
          <a:xfrm>
            <a:off x="639763" y="2322513"/>
            <a:ext cx="11522075"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0170" tIns="60085" rIns="120170" bIns="60085"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xmlns="" id="{3F7BB7D2-FC12-4285-46F6-417AB1EE91E4}"/>
              </a:ext>
            </a:extLst>
          </p:cNvPr>
          <p:cNvSpPr>
            <a:spLocks noGrp="1"/>
          </p:cNvSpPr>
          <p:nvPr>
            <p:ph type="dt" sz="half" idx="2"/>
          </p:nvPr>
        </p:nvSpPr>
        <p:spPr>
          <a:xfrm>
            <a:off x="639763" y="7627938"/>
            <a:ext cx="2987675" cy="438150"/>
          </a:xfrm>
          <a:prstGeom prst="rect">
            <a:avLst/>
          </a:prstGeom>
        </p:spPr>
        <p:txBody>
          <a:bodyPr vert="horz" lIns="0" tIns="0" rIns="0" bIns="0" anchor="b"/>
          <a:lstStyle>
            <a:lvl1pPr algn="l" eaLnBrk="1" latinLnBrk="0" hangingPunct="1">
              <a:defRPr kumimoji="0" sz="1600">
                <a:solidFill>
                  <a:schemeClr val="tx2">
                    <a:shade val="90000"/>
                  </a:schemeClr>
                </a:solidFill>
              </a:defRPr>
            </a:lvl1pPr>
          </a:lstStyle>
          <a:p>
            <a:pPr>
              <a:defRPr/>
            </a:pPr>
            <a:fld id="{484FE1D4-937A-1448-AAD1-FDEBFBB7F906}" type="datetime1">
              <a:rPr lang="en-US"/>
              <a:pPr>
                <a:defRPr/>
              </a:pPr>
              <a:t>12/4/2025</a:t>
            </a:fld>
            <a:endParaRPr lang="en-US"/>
          </a:p>
        </p:txBody>
      </p:sp>
      <p:sp>
        <p:nvSpPr>
          <p:cNvPr id="22" name="Footer Placeholder 21">
            <a:extLst>
              <a:ext uri="{FF2B5EF4-FFF2-40B4-BE49-F238E27FC236}">
                <a16:creationId xmlns:a16="http://schemas.microsoft.com/office/drawing/2014/main" xmlns="" id="{65187E9A-21E2-2662-180D-0ACBAFA63500}"/>
              </a:ext>
            </a:extLst>
          </p:cNvPr>
          <p:cNvSpPr>
            <a:spLocks noGrp="1"/>
          </p:cNvSpPr>
          <p:nvPr>
            <p:ph type="ftr" sz="quarter" idx="3"/>
          </p:nvPr>
        </p:nvSpPr>
        <p:spPr>
          <a:xfrm>
            <a:off x="3733800" y="7627938"/>
            <a:ext cx="4694238" cy="438150"/>
          </a:xfrm>
          <a:prstGeom prst="rect">
            <a:avLst/>
          </a:prstGeom>
        </p:spPr>
        <p:txBody>
          <a:bodyPr vert="horz" lIns="0" tIns="0" rIns="0" bIns="0" anchor="b"/>
          <a:lstStyle>
            <a:lvl1pPr algn="l" eaLnBrk="1" latinLnBrk="0" hangingPunct="1">
              <a:defRPr kumimoji="0" sz="1600">
                <a:solidFill>
                  <a:schemeClr val="tx2">
                    <a:shade val="90000"/>
                  </a:schemeClr>
                </a:solidFill>
              </a:defRPr>
            </a:lvl1pPr>
          </a:lstStyle>
          <a:p>
            <a:pPr>
              <a:defRPr/>
            </a:pPr>
            <a:endParaRPr lang="en-US"/>
          </a:p>
        </p:txBody>
      </p:sp>
      <p:sp>
        <p:nvSpPr>
          <p:cNvPr id="18" name="Slide Number Placeholder 17">
            <a:extLst>
              <a:ext uri="{FF2B5EF4-FFF2-40B4-BE49-F238E27FC236}">
                <a16:creationId xmlns:a16="http://schemas.microsoft.com/office/drawing/2014/main" xmlns="" id="{91CFE52E-D085-B247-3EDB-E68F9A6B3BEB}"/>
              </a:ext>
            </a:extLst>
          </p:cNvPr>
          <p:cNvSpPr>
            <a:spLocks noGrp="1"/>
          </p:cNvSpPr>
          <p:nvPr>
            <p:ph type="sldNum" sz="quarter" idx="4"/>
          </p:nvPr>
        </p:nvSpPr>
        <p:spPr>
          <a:xfrm>
            <a:off x="11095038" y="7627938"/>
            <a:ext cx="1066800" cy="438150"/>
          </a:xfrm>
          <a:prstGeom prst="rect">
            <a:avLst/>
          </a:prstGeom>
        </p:spPr>
        <p:txBody>
          <a:bodyPr vert="horz" wrap="square" lIns="0" tIns="0" rIns="0" bIns="0" numCol="1" anchor="b" anchorCtr="0" compatLnSpc="1">
            <a:prstTxWarp prst="textNoShape">
              <a:avLst/>
            </a:prstTxWarp>
          </a:bodyPr>
          <a:lstStyle>
            <a:lvl1pPr algn="r" eaLnBrk="1" hangingPunct="1">
              <a:defRPr sz="1600">
                <a:solidFill>
                  <a:srgbClr val="045C75"/>
                </a:solidFill>
              </a:defRPr>
            </a:lvl1pPr>
          </a:lstStyle>
          <a:p>
            <a:fld id="{CF97748C-E311-A140-8CA0-270F7FF1AEEA}" type="slidenum">
              <a:rPr lang="en-US" altLang="en-US"/>
              <a:pPr/>
              <a:t>‹#›</a:t>
            </a:fld>
            <a:endParaRPr lang="en-US" altLang="en-US"/>
          </a:p>
        </p:txBody>
      </p:sp>
      <p:grpSp>
        <p:nvGrpSpPr>
          <p:cNvPr id="1033" name="Group 1">
            <a:extLst>
              <a:ext uri="{FF2B5EF4-FFF2-40B4-BE49-F238E27FC236}">
                <a16:creationId xmlns:a16="http://schemas.microsoft.com/office/drawing/2014/main" xmlns="" id="{2115D49D-80B5-FBB2-EFEB-52A93571F7D8}"/>
              </a:ext>
            </a:extLst>
          </p:cNvPr>
          <p:cNvGrpSpPr>
            <a:grpSpLocks/>
          </p:cNvGrpSpPr>
          <p:nvPr/>
        </p:nvGrpSpPr>
        <p:grpSpPr bwMode="auto">
          <a:xfrm>
            <a:off x="-26988" y="242888"/>
            <a:ext cx="12852401" cy="779462"/>
            <a:chOff x="-19045" y="216550"/>
            <a:chExt cx="9180548" cy="649224"/>
          </a:xfrm>
        </p:grpSpPr>
        <p:sp>
          <p:nvSpPr>
            <p:cNvPr id="12" name="Freeform 11">
              <a:extLst>
                <a:ext uri="{FF2B5EF4-FFF2-40B4-BE49-F238E27FC236}">
                  <a16:creationId xmlns:a16="http://schemas.microsoft.com/office/drawing/2014/main" xmlns="" id="{7CCCD2FC-C7E0-64C0-9890-0A43F103C31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a:extLst>
                <a:ext uri="{FF2B5EF4-FFF2-40B4-BE49-F238E27FC236}">
                  <a16:creationId xmlns:a16="http://schemas.microsoft.com/office/drawing/2014/main" xmlns="" id="{A132E190-E050-FF3C-7039-1D08C8635A0E}"/>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4097" r:id="rId1"/>
    <p:sldLayoutId id="2147484089" r:id="rId2"/>
    <p:sldLayoutId id="2147484098" r:id="rId3"/>
    <p:sldLayoutId id="2147484090" r:id="rId4"/>
    <p:sldLayoutId id="2147484091" r:id="rId5"/>
    <p:sldLayoutId id="2147484092" r:id="rId6"/>
    <p:sldLayoutId id="2147484093" r:id="rId7"/>
    <p:sldLayoutId id="2147484094" r:id="rId8"/>
    <p:sldLayoutId id="2147484099" r:id="rId9"/>
    <p:sldLayoutId id="2147484095" r:id="rId10"/>
    <p:sldLayoutId id="2147484096" r:id="rId11"/>
  </p:sldLayoutIdLst>
  <p:hf hdr="0" ftr="0" dt="0"/>
  <p:txStyles>
    <p:titleStyle>
      <a:lvl1pPr algn="l" rtl="0" eaLnBrk="0" fontAlgn="base" hangingPunct="0">
        <a:spcBef>
          <a:spcPct val="0"/>
        </a:spcBef>
        <a:spcAft>
          <a:spcPct val="0"/>
        </a:spcAft>
        <a:defRPr sz="6600" kern="1200">
          <a:solidFill>
            <a:schemeClr val="tx2"/>
          </a:solidFill>
          <a:latin typeface="+mj-lt"/>
          <a:ea typeface="+mj-ea"/>
          <a:cs typeface="+mj-cs"/>
        </a:defRPr>
      </a:lvl1pPr>
      <a:lvl2pPr algn="l" rtl="0" eaLnBrk="0" fontAlgn="base" hangingPunct="0">
        <a:spcBef>
          <a:spcPct val="0"/>
        </a:spcBef>
        <a:spcAft>
          <a:spcPct val="0"/>
        </a:spcAft>
        <a:defRPr sz="6600">
          <a:solidFill>
            <a:schemeClr val="tx2"/>
          </a:solidFill>
          <a:latin typeface="Calibri" pitchFamily="34" charset="0"/>
        </a:defRPr>
      </a:lvl2pPr>
      <a:lvl3pPr algn="l" rtl="0" eaLnBrk="0" fontAlgn="base" hangingPunct="0">
        <a:spcBef>
          <a:spcPct val="0"/>
        </a:spcBef>
        <a:spcAft>
          <a:spcPct val="0"/>
        </a:spcAft>
        <a:defRPr sz="6600">
          <a:solidFill>
            <a:schemeClr val="tx2"/>
          </a:solidFill>
          <a:latin typeface="Calibri" pitchFamily="34" charset="0"/>
        </a:defRPr>
      </a:lvl3pPr>
      <a:lvl4pPr algn="l" rtl="0" eaLnBrk="0" fontAlgn="base" hangingPunct="0">
        <a:spcBef>
          <a:spcPct val="0"/>
        </a:spcBef>
        <a:spcAft>
          <a:spcPct val="0"/>
        </a:spcAft>
        <a:defRPr sz="6600">
          <a:solidFill>
            <a:schemeClr val="tx2"/>
          </a:solidFill>
          <a:latin typeface="Calibri" pitchFamily="34" charset="0"/>
        </a:defRPr>
      </a:lvl4pPr>
      <a:lvl5pPr algn="l" rtl="0" eaLnBrk="0" fontAlgn="base" hangingPunct="0">
        <a:spcBef>
          <a:spcPct val="0"/>
        </a:spcBef>
        <a:spcAft>
          <a:spcPct val="0"/>
        </a:spcAft>
        <a:defRPr sz="6600">
          <a:solidFill>
            <a:schemeClr val="tx2"/>
          </a:solidFill>
          <a:latin typeface="Calibri" pitchFamily="34" charset="0"/>
        </a:defRPr>
      </a:lvl5pPr>
      <a:lvl6pPr marL="457200" algn="l" rtl="0" fontAlgn="base">
        <a:spcBef>
          <a:spcPct val="0"/>
        </a:spcBef>
        <a:spcAft>
          <a:spcPct val="0"/>
        </a:spcAft>
        <a:defRPr sz="6600">
          <a:solidFill>
            <a:schemeClr val="tx2"/>
          </a:solidFill>
          <a:latin typeface="Calibri" pitchFamily="34" charset="0"/>
        </a:defRPr>
      </a:lvl6pPr>
      <a:lvl7pPr marL="914400" algn="l" rtl="0" fontAlgn="base">
        <a:spcBef>
          <a:spcPct val="0"/>
        </a:spcBef>
        <a:spcAft>
          <a:spcPct val="0"/>
        </a:spcAft>
        <a:defRPr sz="6600">
          <a:solidFill>
            <a:schemeClr val="tx2"/>
          </a:solidFill>
          <a:latin typeface="Calibri" pitchFamily="34" charset="0"/>
        </a:defRPr>
      </a:lvl7pPr>
      <a:lvl8pPr marL="1371600" algn="l" rtl="0" fontAlgn="base">
        <a:spcBef>
          <a:spcPct val="0"/>
        </a:spcBef>
        <a:spcAft>
          <a:spcPct val="0"/>
        </a:spcAft>
        <a:defRPr sz="6600">
          <a:solidFill>
            <a:schemeClr val="tx2"/>
          </a:solidFill>
          <a:latin typeface="Calibri" pitchFamily="34" charset="0"/>
        </a:defRPr>
      </a:lvl8pPr>
      <a:lvl9pPr marL="1828800" algn="l" rtl="0" fontAlgn="base">
        <a:spcBef>
          <a:spcPct val="0"/>
        </a:spcBef>
        <a:spcAft>
          <a:spcPct val="0"/>
        </a:spcAft>
        <a:defRPr sz="6600">
          <a:solidFill>
            <a:schemeClr val="tx2"/>
          </a:solidFill>
          <a:latin typeface="Calibri" pitchFamily="34" charset="0"/>
        </a:defRPr>
      </a:lvl9pPr>
    </p:titleStyle>
    <p:bodyStyle>
      <a:lvl1pPr marL="360363" indent="-360363" algn="l" rtl="0" eaLnBrk="0" fontAlgn="base" hangingPunct="0">
        <a:spcBef>
          <a:spcPct val="20000"/>
        </a:spcBef>
        <a:spcAft>
          <a:spcPct val="0"/>
        </a:spcAft>
        <a:buClr>
          <a:srgbClr val="0BD0D9"/>
        </a:buClr>
        <a:buSzPct val="95000"/>
        <a:buFont typeface="Wingdings 2" pitchFamily="2" charset="2"/>
        <a:buChar char=""/>
        <a:defRPr sz="3400" kern="1200">
          <a:solidFill>
            <a:schemeClr val="tx1"/>
          </a:solidFill>
          <a:latin typeface="+mn-lt"/>
          <a:ea typeface="+mn-ea"/>
          <a:cs typeface="+mn-cs"/>
        </a:defRPr>
      </a:lvl1pPr>
      <a:lvl2pPr marL="839788" indent="-323850" algn="l" rtl="0" eaLnBrk="0" fontAlgn="base" hangingPunct="0">
        <a:spcBef>
          <a:spcPct val="20000"/>
        </a:spcBef>
        <a:spcAft>
          <a:spcPct val="0"/>
        </a:spcAft>
        <a:buClr>
          <a:schemeClr val="accent1"/>
        </a:buClr>
        <a:buSzPct val="85000"/>
        <a:buFont typeface="Wingdings 2" pitchFamily="2" charset="2"/>
        <a:buChar char=""/>
        <a:defRPr sz="3200" kern="1200">
          <a:solidFill>
            <a:schemeClr val="tx1"/>
          </a:solidFill>
          <a:latin typeface="+mn-lt"/>
          <a:ea typeface="+mn-ea"/>
          <a:cs typeface="+mn-cs"/>
        </a:defRPr>
      </a:lvl2pPr>
      <a:lvl3pPr marL="1200150" indent="-323850" algn="l" rtl="0" eaLnBrk="0" fontAlgn="base" hangingPunct="0">
        <a:spcBef>
          <a:spcPct val="20000"/>
        </a:spcBef>
        <a:spcAft>
          <a:spcPct val="0"/>
        </a:spcAft>
        <a:buClr>
          <a:schemeClr val="accent2"/>
        </a:buClr>
        <a:buSzPct val="70000"/>
        <a:buFont typeface="Wingdings 2" pitchFamily="2" charset="2"/>
        <a:buChar char=""/>
        <a:defRPr sz="2800" kern="1200">
          <a:solidFill>
            <a:schemeClr val="tx1"/>
          </a:solidFill>
          <a:latin typeface="+mn-lt"/>
          <a:ea typeface="+mn-ea"/>
          <a:cs typeface="+mn-cs"/>
        </a:defRPr>
      </a:lvl3pPr>
      <a:lvl4pPr marL="1562100" indent="-276225" algn="l" rtl="0" eaLnBrk="0" fontAlgn="base" hangingPunct="0">
        <a:spcBef>
          <a:spcPct val="20000"/>
        </a:spcBef>
        <a:spcAft>
          <a:spcPct val="0"/>
        </a:spcAft>
        <a:buClr>
          <a:srgbClr val="0BD0D9"/>
        </a:buClr>
        <a:buSzPct val="65000"/>
        <a:buFont typeface="Wingdings 2" pitchFamily="2" charset="2"/>
        <a:buChar char=""/>
        <a:defRPr sz="2600" kern="1200">
          <a:solidFill>
            <a:schemeClr val="tx1"/>
          </a:solidFill>
          <a:latin typeface="+mn-lt"/>
          <a:ea typeface="+mn-ea"/>
          <a:cs typeface="+mn-cs"/>
        </a:defRPr>
      </a:lvl4pPr>
      <a:lvl5pPr marL="1922463" indent="-276225" algn="l" rtl="0" eaLnBrk="0" fontAlgn="base" hangingPunct="0">
        <a:spcBef>
          <a:spcPct val="20000"/>
        </a:spcBef>
        <a:spcAft>
          <a:spcPct val="0"/>
        </a:spcAft>
        <a:buClr>
          <a:srgbClr val="10CF9B"/>
        </a:buClr>
        <a:buSzPct val="65000"/>
        <a:buFont typeface="Wingdings 2" pitchFamily="2" charset="2"/>
        <a:buChar char=""/>
        <a:defRPr sz="2600" kern="1200">
          <a:solidFill>
            <a:schemeClr val="tx1"/>
          </a:solidFill>
          <a:latin typeface="+mn-lt"/>
          <a:ea typeface="+mn-ea"/>
          <a:cs typeface="+mn-cs"/>
        </a:defRPr>
      </a:lvl5pPr>
      <a:lvl6pPr marL="2283239" indent="-276392" algn="l" rtl="0" eaLnBrk="1" latinLnBrk="0" hangingPunct="1">
        <a:spcBef>
          <a:spcPct val="20000"/>
        </a:spcBef>
        <a:buClr>
          <a:schemeClr val="accent5"/>
        </a:buClr>
        <a:buSzPct val="80000"/>
        <a:buFont typeface="Wingdings 2"/>
        <a:buChar char=""/>
        <a:defRPr kumimoji="0" sz="2400" kern="1200">
          <a:solidFill>
            <a:schemeClr val="tx1"/>
          </a:solidFill>
          <a:latin typeface="+mn-lt"/>
          <a:ea typeface="+mn-ea"/>
          <a:cs typeface="+mn-cs"/>
        </a:defRPr>
      </a:lvl6pPr>
      <a:lvl7pPr marL="2523579" indent="-240341" algn="l" rtl="0" eaLnBrk="1" latinLnBrk="0" hangingPunct="1">
        <a:spcBef>
          <a:spcPct val="20000"/>
        </a:spcBef>
        <a:buClr>
          <a:schemeClr val="accent6"/>
        </a:buClr>
        <a:buSzPct val="80000"/>
        <a:buFont typeface="Wingdings 2"/>
        <a:buChar char=""/>
        <a:defRPr kumimoji="0" sz="2100" kern="1200" baseline="0">
          <a:solidFill>
            <a:schemeClr val="tx1"/>
          </a:solidFill>
          <a:latin typeface="+mn-lt"/>
          <a:ea typeface="+mn-ea"/>
          <a:cs typeface="+mn-cs"/>
        </a:defRPr>
      </a:lvl7pPr>
      <a:lvl8pPr marL="2884091" indent="-240341" algn="l" rtl="0" eaLnBrk="1" latinLnBrk="0" hangingPunct="1">
        <a:spcBef>
          <a:spcPct val="20000"/>
        </a:spcBef>
        <a:buClr>
          <a:schemeClr val="tx2"/>
        </a:buClr>
        <a:buChar char="•"/>
        <a:defRPr kumimoji="0" sz="2100" kern="1200">
          <a:solidFill>
            <a:schemeClr val="tx1"/>
          </a:solidFill>
          <a:latin typeface="+mn-lt"/>
          <a:ea typeface="+mn-ea"/>
          <a:cs typeface="+mn-cs"/>
        </a:defRPr>
      </a:lvl8pPr>
      <a:lvl9pPr marL="3244602" indent="-240341" algn="l" rtl="0" eaLnBrk="1" latinLnBrk="0" hangingPunct="1">
        <a:spcBef>
          <a:spcPct val="20000"/>
        </a:spcBef>
        <a:buClr>
          <a:schemeClr val="tx2"/>
        </a:buClr>
        <a:buFontTx/>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0852" algn="l" rtl="0" eaLnBrk="1" latinLnBrk="0" hangingPunct="1">
        <a:defRPr kumimoji="0" kern="1200">
          <a:solidFill>
            <a:schemeClr val="tx1"/>
          </a:solidFill>
          <a:latin typeface="+mn-lt"/>
          <a:ea typeface="+mn-ea"/>
          <a:cs typeface="+mn-cs"/>
        </a:defRPr>
      </a:lvl2pPr>
      <a:lvl3pPr marL="1201704" algn="l" rtl="0" eaLnBrk="1" latinLnBrk="0" hangingPunct="1">
        <a:defRPr kumimoji="0" kern="1200">
          <a:solidFill>
            <a:schemeClr val="tx1"/>
          </a:solidFill>
          <a:latin typeface="+mn-lt"/>
          <a:ea typeface="+mn-ea"/>
          <a:cs typeface="+mn-cs"/>
        </a:defRPr>
      </a:lvl3pPr>
      <a:lvl4pPr marL="1802557" algn="l" rtl="0" eaLnBrk="1" latinLnBrk="0" hangingPunct="1">
        <a:defRPr kumimoji="0" kern="1200">
          <a:solidFill>
            <a:schemeClr val="tx1"/>
          </a:solidFill>
          <a:latin typeface="+mn-lt"/>
          <a:ea typeface="+mn-ea"/>
          <a:cs typeface="+mn-cs"/>
        </a:defRPr>
      </a:lvl4pPr>
      <a:lvl5pPr marL="2403409" algn="l" rtl="0" eaLnBrk="1" latinLnBrk="0" hangingPunct="1">
        <a:defRPr kumimoji="0" kern="1200">
          <a:solidFill>
            <a:schemeClr val="tx1"/>
          </a:solidFill>
          <a:latin typeface="+mn-lt"/>
          <a:ea typeface="+mn-ea"/>
          <a:cs typeface="+mn-cs"/>
        </a:defRPr>
      </a:lvl5pPr>
      <a:lvl6pPr marL="3004261" algn="l" rtl="0" eaLnBrk="1" latinLnBrk="0" hangingPunct="1">
        <a:defRPr kumimoji="0" kern="1200">
          <a:solidFill>
            <a:schemeClr val="tx1"/>
          </a:solidFill>
          <a:latin typeface="+mn-lt"/>
          <a:ea typeface="+mn-ea"/>
          <a:cs typeface="+mn-cs"/>
        </a:defRPr>
      </a:lvl6pPr>
      <a:lvl7pPr marL="3605113" algn="l" rtl="0" eaLnBrk="1" latinLnBrk="0" hangingPunct="1">
        <a:defRPr kumimoji="0" kern="1200">
          <a:solidFill>
            <a:schemeClr val="tx1"/>
          </a:solidFill>
          <a:latin typeface="+mn-lt"/>
          <a:ea typeface="+mn-ea"/>
          <a:cs typeface="+mn-cs"/>
        </a:defRPr>
      </a:lvl7pPr>
      <a:lvl8pPr marL="4205966" algn="l" rtl="0" eaLnBrk="1" latinLnBrk="0" hangingPunct="1">
        <a:defRPr kumimoji="0" kern="1200">
          <a:solidFill>
            <a:schemeClr val="tx1"/>
          </a:solidFill>
          <a:latin typeface="+mn-lt"/>
          <a:ea typeface="+mn-ea"/>
          <a:cs typeface="+mn-cs"/>
        </a:defRPr>
      </a:lvl8pPr>
      <a:lvl9pPr marL="480681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xmlns="" id="{F7F776B0-62C3-F138-67E0-BA7972D92A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95F1895-D6DD-0548-ACF8-93514EB0C90F}" type="slidenum">
              <a:rPr lang="en-US" altLang="en-US">
                <a:solidFill>
                  <a:srgbClr val="D1EAEE"/>
                </a:solidFill>
                <a:latin typeface="Times New Roman" panose="02020603050405020304" pitchFamily="18" charset="0"/>
                <a:cs typeface="Times New Roman" panose="02020603050405020304" pitchFamily="18" charset="0"/>
              </a:rPr>
              <a:pPr/>
              <a:t>1</a:t>
            </a:fld>
            <a:endParaRPr lang="en-US" altLang="en-US">
              <a:solidFill>
                <a:srgbClr val="D1EAEE"/>
              </a:solidFill>
              <a:latin typeface="Times New Roman" panose="02020603050405020304" pitchFamily="18" charset="0"/>
              <a:cs typeface="Times New Roman" panose="02020603050405020304" pitchFamily="18" charset="0"/>
            </a:endParaRPr>
          </a:p>
        </p:txBody>
      </p:sp>
      <p:pic>
        <p:nvPicPr>
          <p:cNvPr id="7172" name="Picture 1">
            <a:extLst>
              <a:ext uri="{FF2B5EF4-FFF2-40B4-BE49-F238E27FC236}">
                <a16:creationId xmlns:a16="http://schemas.microsoft.com/office/drawing/2014/main" xmlns="" id="{A9C2C302-C159-B572-36BD-CCB836225FC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901" y="131763"/>
            <a:ext cx="1611780"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TextBox 4">
            <a:extLst>
              <a:ext uri="{FF2B5EF4-FFF2-40B4-BE49-F238E27FC236}">
                <a16:creationId xmlns:a16="http://schemas.microsoft.com/office/drawing/2014/main" xmlns="" id="{3C53A188-34EA-B9D2-6A75-ED62D7AF46D2}"/>
              </a:ext>
            </a:extLst>
          </p:cNvPr>
          <p:cNvSpPr txBox="1">
            <a:spLocks noChangeArrowheads="1"/>
          </p:cNvSpPr>
          <p:nvPr/>
        </p:nvSpPr>
        <p:spPr bwMode="auto">
          <a:xfrm>
            <a:off x="25400" y="2449599"/>
            <a:ext cx="12801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en-US" sz="3600" dirty="0">
                <a:solidFill>
                  <a:schemeClr val="bg1"/>
                </a:solidFill>
                <a:latin typeface="Times New Roman" panose="02020603050405020304" pitchFamily="18" charset="0"/>
                <a:cs typeface="Times New Roman" panose="02020603050405020304" pitchFamily="18" charset="0"/>
              </a:rPr>
              <a:t>Department of Computer Science &amp;</a:t>
            </a:r>
            <a:r>
              <a:rPr lang="en-US" altLang="en-US" sz="3600" dirty="0">
                <a:solidFill>
                  <a:srgbClr val="FF0000"/>
                </a:solidFill>
                <a:latin typeface="Times New Roman" panose="02020603050405020304" pitchFamily="18" charset="0"/>
                <a:cs typeface="Times New Roman" panose="02020603050405020304" pitchFamily="18" charset="0"/>
              </a:rPr>
              <a:t> </a:t>
            </a:r>
            <a:r>
              <a:rPr lang="en-US" altLang="en-US" sz="3600" dirty="0">
                <a:solidFill>
                  <a:schemeClr val="bg1"/>
                </a:solidFill>
                <a:latin typeface="Times New Roman" panose="02020603050405020304" pitchFamily="18" charset="0"/>
                <a:cs typeface="Times New Roman" panose="02020603050405020304" pitchFamily="18" charset="0"/>
              </a:rPr>
              <a:t>Engineering</a:t>
            </a:r>
          </a:p>
        </p:txBody>
      </p:sp>
      <p:pic>
        <p:nvPicPr>
          <p:cNvPr id="3" name="Picture 2" descr="A close-up of a logo&#10;&#10;Description automatically generated">
            <a:extLst>
              <a:ext uri="{FF2B5EF4-FFF2-40B4-BE49-F238E27FC236}">
                <a16:creationId xmlns:a16="http://schemas.microsoft.com/office/drawing/2014/main" xmlns="" id="{B20BE477-7370-599C-FBBC-4D044D7161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0048" y="604830"/>
            <a:ext cx="2449980" cy="937986"/>
          </a:xfrm>
          <a:prstGeom prst="rect">
            <a:avLst/>
          </a:prstGeom>
        </p:spPr>
      </p:pic>
      <p:pic>
        <p:nvPicPr>
          <p:cNvPr id="5" name="Picture 4" descr="A close up of a sign&#10;&#10;Description automatically generated">
            <a:extLst>
              <a:ext uri="{FF2B5EF4-FFF2-40B4-BE49-F238E27FC236}">
                <a16:creationId xmlns:a16="http://schemas.microsoft.com/office/drawing/2014/main" xmlns="" id="{056F1E06-E83A-C857-505A-3AF17E8590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3600" y="509815"/>
            <a:ext cx="7696200" cy="1318985"/>
          </a:xfrm>
          <a:prstGeom prst="rect">
            <a:avLst/>
          </a:prstGeom>
        </p:spPr>
      </p:pic>
      <p:sp>
        <p:nvSpPr>
          <p:cNvPr id="7" name="TextBox 6">
            <a:extLst>
              <a:ext uri="{FF2B5EF4-FFF2-40B4-BE49-F238E27FC236}">
                <a16:creationId xmlns:a16="http://schemas.microsoft.com/office/drawing/2014/main" xmlns="" id="{5EC04DC7-C2B1-D20F-9A06-70280DD88396}"/>
              </a:ext>
            </a:extLst>
          </p:cNvPr>
          <p:cNvSpPr txBox="1"/>
          <p:nvPr/>
        </p:nvSpPr>
        <p:spPr>
          <a:xfrm>
            <a:off x="4930126" y="152400"/>
            <a:ext cx="1700274" cy="369332"/>
          </a:xfrm>
          <a:prstGeom prst="rect">
            <a:avLst/>
          </a:prstGeom>
          <a:noFill/>
        </p:spPr>
        <p:txBody>
          <a:bodyPr wrap="none" rtlCol="0">
            <a:spAutoFit/>
          </a:bodyPr>
          <a:lstStyle/>
          <a:p>
            <a:r>
              <a:rPr lang="en-US" b="1" dirty="0">
                <a:solidFill>
                  <a:srgbClr val="002060"/>
                </a:solidFill>
                <a:latin typeface="Times New Roman" panose="02020603050405020304" pitchFamily="18" charset="0"/>
                <a:cs typeface="Times New Roman" panose="02020603050405020304" pitchFamily="18" charset="0"/>
              </a:rPr>
              <a:t>B.V.V Sangha’s</a:t>
            </a:r>
          </a:p>
        </p:txBody>
      </p:sp>
      <p:sp>
        <p:nvSpPr>
          <p:cNvPr id="2" name="TextBox 1">
            <a:extLst>
              <a:ext uri="{FF2B5EF4-FFF2-40B4-BE49-F238E27FC236}">
                <a16:creationId xmlns:a16="http://schemas.microsoft.com/office/drawing/2014/main" xmlns="" id="{F632E87E-B76C-44F9-B898-43A3FC23CEA9}"/>
              </a:ext>
            </a:extLst>
          </p:cNvPr>
          <p:cNvSpPr txBox="1"/>
          <p:nvPr/>
        </p:nvSpPr>
        <p:spPr>
          <a:xfrm>
            <a:off x="2654550" y="3471814"/>
            <a:ext cx="6598281" cy="2123658"/>
          </a:xfrm>
          <a:prstGeom prst="rect">
            <a:avLst/>
          </a:prstGeom>
          <a:noFill/>
        </p:spPr>
        <p:txBody>
          <a:bodyPr wrap="none" rtlCol="0">
            <a:spAutoFit/>
          </a:bodyPr>
          <a:lstStyle/>
          <a:p>
            <a:r>
              <a:rPr lang="en-US" sz="4400" b="1" dirty="0">
                <a:solidFill>
                  <a:schemeClr val="bg1"/>
                </a:solidFill>
                <a:latin typeface="Times New Roman" panose="02020603050405020304" pitchFamily="18" charset="0"/>
                <a:cs typeface="Times New Roman" panose="02020603050405020304" pitchFamily="18" charset="0"/>
              </a:rPr>
              <a:t>      Mini Project Review 3</a:t>
            </a:r>
          </a:p>
          <a:p>
            <a:pPr algn="ctr"/>
            <a:r>
              <a:rPr lang="en-US" sz="4400" b="1" dirty="0">
                <a:solidFill>
                  <a:schemeClr val="bg1"/>
                </a:solidFill>
                <a:latin typeface="Times New Roman" panose="02020603050405020304" pitchFamily="18" charset="0"/>
                <a:cs typeface="Times New Roman" panose="02020603050405020304" pitchFamily="18" charset="0"/>
              </a:rPr>
              <a:t>On</a:t>
            </a:r>
          </a:p>
          <a:p>
            <a:pPr algn="ctr"/>
            <a:r>
              <a:rPr lang="en-US" sz="4400" b="1" dirty="0">
                <a:solidFill>
                  <a:srgbClr val="FF0000"/>
                </a:solidFill>
                <a:latin typeface="Bahnschrift SemiBold" panose="020B0502040204020203" pitchFamily="34" charset="0"/>
              </a:rPr>
              <a:t>Exam Reminder System</a:t>
            </a:r>
          </a:p>
        </p:txBody>
      </p:sp>
      <p:sp>
        <p:nvSpPr>
          <p:cNvPr id="4" name="TextBox 3">
            <a:extLst>
              <a:ext uri="{FF2B5EF4-FFF2-40B4-BE49-F238E27FC236}">
                <a16:creationId xmlns:a16="http://schemas.microsoft.com/office/drawing/2014/main" xmlns="" id="{4480210D-664D-49CD-A677-B00E64DE4B29}"/>
              </a:ext>
            </a:extLst>
          </p:cNvPr>
          <p:cNvSpPr txBox="1"/>
          <p:nvPr/>
        </p:nvSpPr>
        <p:spPr>
          <a:xfrm>
            <a:off x="108846" y="5971357"/>
            <a:ext cx="6291954" cy="150810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Under the Guidance of</a:t>
            </a:r>
          </a:p>
          <a:p>
            <a:pPr algn="ctr"/>
            <a:r>
              <a:rPr lang="en-US" sz="2400" dirty="0">
                <a:solidFill>
                  <a:schemeClr val="bg1"/>
                </a:solidFill>
                <a:latin typeface="Times New Roman" panose="02020603050405020304" pitchFamily="18" charset="0"/>
                <a:cs typeface="Times New Roman" panose="02020603050405020304" pitchFamily="18" charset="0"/>
              </a:rPr>
              <a:t>	</a:t>
            </a:r>
            <a:r>
              <a:rPr lang="en-US" sz="2200" dirty="0" err="1">
                <a:solidFill>
                  <a:schemeClr val="bg1"/>
                </a:solidFill>
              </a:rPr>
              <a:t>Dr.Mahantesh</a:t>
            </a:r>
            <a:r>
              <a:rPr lang="en-US" sz="2200" dirty="0">
                <a:solidFill>
                  <a:schemeClr val="bg1"/>
                </a:solidFill>
              </a:rPr>
              <a:t> </a:t>
            </a:r>
            <a:r>
              <a:rPr lang="en-US" sz="2200" dirty="0" err="1">
                <a:solidFill>
                  <a:schemeClr val="bg1"/>
                </a:solidFill>
              </a:rPr>
              <a:t>Mathapati</a:t>
            </a:r>
            <a:endParaRPr lang="en-US" sz="2200" dirty="0">
              <a:solidFill>
                <a:schemeClr val="bg1"/>
              </a:solidFill>
            </a:endParaRPr>
          </a:p>
          <a:p>
            <a:pPr algn="ctr"/>
            <a:r>
              <a:rPr lang="en-US" sz="2200" dirty="0">
                <a:solidFill>
                  <a:schemeClr val="bg1"/>
                </a:solidFill>
              </a:rPr>
              <a:t>              Professor</a:t>
            </a:r>
          </a:p>
          <a:p>
            <a:pPr algn="ctr"/>
            <a:r>
              <a:rPr lang="en-US" sz="2200" dirty="0">
                <a:solidFill>
                  <a:schemeClr val="bg1"/>
                </a:solidFill>
              </a:rPr>
              <a:t>	Dept. of CSE,AIEMS</a:t>
            </a:r>
          </a:p>
        </p:txBody>
      </p:sp>
      <p:sp>
        <p:nvSpPr>
          <p:cNvPr id="6" name="TextBox 5">
            <a:extLst>
              <a:ext uri="{FF2B5EF4-FFF2-40B4-BE49-F238E27FC236}">
                <a16:creationId xmlns:a16="http://schemas.microsoft.com/office/drawing/2014/main" xmlns="" id="{7D58F2FD-D9DE-03C3-F795-0DD80A20EADE}"/>
              </a:ext>
            </a:extLst>
          </p:cNvPr>
          <p:cNvSpPr txBox="1"/>
          <p:nvPr/>
        </p:nvSpPr>
        <p:spPr>
          <a:xfrm>
            <a:off x="7696200" y="6229052"/>
            <a:ext cx="5486400" cy="1846659"/>
          </a:xfrm>
          <a:prstGeom prst="rect">
            <a:avLst/>
          </a:prstGeom>
          <a:noFill/>
        </p:spPr>
        <p:txBody>
          <a:bodyPr wrap="square" rtlCol="0">
            <a:spAutoFit/>
          </a:bodyPr>
          <a:lstStyle/>
          <a:p>
            <a:r>
              <a:rPr lang="en-US" sz="2400" b="1" dirty="0">
                <a:solidFill>
                  <a:schemeClr val="bg1"/>
                </a:solidFill>
              </a:rPr>
              <a:t>Presented By :</a:t>
            </a:r>
          </a:p>
          <a:p>
            <a:r>
              <a:rPr lang="en-US" sz="3000" dirty="0">
                <a:solidFill>
                  <a:schemeClr val="bg1"/>
                </a:solidFill>
              </a:rPr>
              <a:t>	</a:t>
            </a:r>
            <a:r>
              <a:rPr lang="en-US" sz="2000" dirty="0" err="1">
                <a:solidFill>
                  <a:schemeClr val="bg1"/>
                </a:solidFill>
              </a:rPr>
              <a:t>Likhitha.K.C</a:t>
            </a:r>
            <a:r>
              <a:rPr lang="en-US" sz="2000" dirty="0">
                <a:solidFill>
                  <a:schemeClr val="bg1"/>
                </a:solidFill>
              </a:rPr>
              <a:t>	(1AR23CS041)</a:t>
            </a:r>
          </a:p>
          <a:p>
            <a:r>
              <a:rPr lang="en-US" sz="2000" dirty="0">
                <a:solidFill>
                  <a:schemeClr val="bg1"/>
                </a:solidFill>
              </a:rPr>
              <a:t>	</a:t>
            </a:r>
            <a:r>
              <a:rPr lang="en-US" sz="2000" dirty="0" err="1">
                <a:solidFill>
                  <a:schemeClr val="bg1"/>
                </a:solidFill>
              </a:rPr>
              <a:t>Gagana.K</a:t>
            </a:r>
            <a:r>
              <a:rPr lang="en-US" sz="2000" dirty="0">
                <a:solidFill>
                  <a:schemeClr val="bg1"/>
                </a:solidFill>
              </a:rPr>
              <a:t>	(1AR23CS023)</a:t>
            </a:r>
          </a:p>
          <a:p>
            <a:r>
              <a:rPr lang="en-US" sz="2000" dirty="0">
                <a:solidFill>
                  <a:schemeClr val="bg1"/>
                </a:solidFill>
              </a:rPr>
              <a:t>	</a:t>
            </a:r>
            <a:r>
              <a:rPr lang="en-US" sz="2000" dirty="0" err="1">
                <a:solidFill>
                  <a:schemeClr val="bg1"/>
                </a:solidFill>
              </a:rPr>
              <a:t>Keerthana.N</a:t>
            </a:r>
            <a:r>
              <a:rPr lang="en-US" sz="2000" dirty="0">
                <a:solidFill>
                  <a:schemeClr val="bg1"/>
                </a:solidFill>
              </a:rPr>
              <a:t>	(1AR23CSO35)</a:t>
            </a:r>
          </a:p>
          <a:p>
            <a:r>
              <a:rPr lang="en-US" sz="2000" dirty="0">
                <a:solidFill>
                  <a:schemeClr val="bg1"/>
                </a:solidFill>
              </a:rPr>
              <a:t>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9762" y="990600"/>
            <a:ext cx="11522075" cy="996950"/>
          </a:xfrm>
        </p:spPr>
        <p:txBody>
          <a:bodyPr/>
          <a:lstStyle/>
          <a:p>
            <a:r>
              <a:rPr lang="en-US" dirty="0">
                <a:latin typeface="Times New Roman" panose="02020603050405020304" pitchFamily="18" charset="0"/>
                <a:cs typeface="Times New Roman" panose="02020603050405020304" pitchFamily="18" charset="0"/>
              </a:rPr>
              <a:t>Introduction</a:t>
            </a:r>
            <a:endParaRPr lang="en-US" dirty="0"/>
          </a:p>
        </p:txBody>
      </p:sp>
      <p:sp>
        <p:nvSpPr>
          <p:cNvPr id="5" name="Content Placeholder 4"/>
          <p:cNvSpPr>
            <a:spLocks noGrp="1"/>
          </p:cNvSpPr>
          <p:nvPr>
            <p:ph idx="1"/>
          </p:nvPr>
        </p:nvSpPr>
        <p:spPr>
          <a:xfrm>
            <a:off x="639761" y="1987550"/>
            <a:ext cx="11522075" cy="5743575"/>
          </a:xfrm>
        </p:spPr>
        <p:txBody>
          <a:bodyPr/>
          <a:lstStyle/>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Exam </a:t>
            </a:r>
            <a:r>
              <a:rPr lang="en-US" sz="3200" dirty="0">
                <a:latin typeface="Times New Roman" panose="02020603050405020304" pitchFamily="18" charset="0"/>
                <a:ea typeface="Noto Sans TC" pitchFamily="34" charset="-122"/>
                <a:cs typeface="Times New Roman" panose="02020603050405020304" pitchFamily="18" charset="0"/>
              </a:rPr>
              <a:t>Reminder System helps students receive timely exam notifications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 </a:t>
            </a:r>
            <a:r>
              <a:rPr lang="en-US" sz="3200" dirty="0">
                <a:latin typeface="Times New Roman" panose="02020603050405020304" pitchFamily="18" charset="0"/>
                <a:ea typeface="Noto Sans TC" pitchFamily="34" charset="-122"/>
                <a:cs typeface="Times New Roman" panose="02020603050405020304" pitchFamily="18" charset="0"/>
              </a:rPr>
              <a:t>Built as a simple web-based application for easy access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 </a:t>
            </a:r>
            <a:r>
              <a:rPr lang="en-US" sz="3200" dirty="0">
                <a:latin typeface="Times New Roman" panose="02020603050405020304" pitchFamily="18" charset="0"/>
                <a:ea typeface="Noto Sans TC" pitchFamily="34" charset="-122"/>
                <a:cs typeface="Times New Roman" panose="02020603050405020304" pitchFamily="18" charset="0"/>
              </a:rPr>
              <a:t>Allows entering exam details like date, time, subject, and room</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Sends </a:t>
            </a:r>
            <a:r>
              <a:rPr lang="en-US" sz="3200" dirty="0">
                <a:latin typeface="Times New Roman" panose="02020603050405020304" pitchFamily="18" charset="0"/>
                <a:ea typeface="Noto Sans TC" pitchFamily="34" charset="-122"/>
                <a:cs typeface="Times New Roman" panose="02020603050405020304" pitchFamily="18" charset="0"/>
              </a:rPr>
              <a:t>reminders directly to students through email</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Reduces </a:t>
            </a:r>
            <a:r>
              <a:rPr lang="en-US" sz="3200" dirty="0">
                <a:latin typeface="Times New Roman" panose="02020603050405020304" pitchFamily="18" charset="0"/>
                <a:ea typeface="Noto Sans TC" pitchFamily="34" charset="-122"/>
                <a:cs typeface="Times New Roman" panose="02020603050405020304" pitchFamily="18" charset="0"/>
              </a:rPr>
              <a:t>manual effort for teachers and avoids miscommunication</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Ensures </a:t>
            </a:r>
            <a:r>
              <a:rPr lang="en-US" sz="3200" dirty="0">
                <a:latin typeface="Times New Roman" panose="02020603050405020304" pitchFamily="18" charset="0"/>
                <a:ea typeface="Noto Sans TC" pitchFamily="34" charset="-122"/>
                <a:cs typeface="Times New Roman" panose="02020603050405020304" pitchFamily="18" charset="0"/>
              </a:rPr>
              <a:t>students stay prepared and do not miss exams</a:t>
            </a:r>
            <a:r>
              <a:rPr lang="en-US" sz="3200" dirty="0" smtClean="0">
                <a:latin typeface="Times New Roman" panose="02020603050405020304" pitchFamily="18" charset="0"/>
                <a:ea typeface="Noto Sans TC" pitchFamily="34" charset="-122"/>
                <a:cs typeface="Times New Roman" panose="02020603050405020304" pitchFamily="18" charset="0"/>
              </a:rPr>
              <a:t>.</a:t>
            </a:r>
            <a:endParaRPr lang="en-US" dirty="0"/>
          </a:p>
        </p:txBody>
      </p:sp>
      <p:sp>
        <p:nvSpPr>
          <p:cNvPr id="3" name="Slide Number Placeholder 2">
            <a:extLst>
              <a:ext uri="{FF2B5EF4-FFF2-40B4-BE49-F238E27FC236}">
                <a16:creationId xmlns:a16="http://schemas.microsoft.com/office/drawing/2014/main" xmlns="" id="{7EEDC2CE-07E6-ABCA-4E8F-B467E8E3782A}"/>
              </a:ext>
            </a:extLst>
          </p:cNvPr>
          <p:cNvSpPr>
            <a:spLocks noGrp="1"/>
          </p:cNvSpPr>
          <p:nvPr>
            <p:ph type="sldNum" sz="quarter" idx="12"/>
          </p:nvPr>
        </p:nvSpPr>
        <p:spPr/>
        <p:txBody>
          <a:bodyPr/>
          <a:lstStyle/>
          <a:p>
            <a:fld id="{84CE6E0B-E03E-6F4B-8AAE-AE52EFE18D21}" type="slidenum">
              <a:rPr lang="en-US" altLang="en-US" smtClean="0"/>
              <a:pPr/>
              <a:t>2</a:t>
            </a:fld>
            <a:endParaRPr lang="en-US" altLang="en-US"/>
          </a:p>
        </p:txBody>
      </p:sp>
    </p:spTree>
    <p:extLst>
      <p:ext uri="{BB962C8B-B14F-4D97-AF65-F5344CB8AC3E}">
        <p14:creationId xmlns:p14="http://schemas.microsoft.com/office/powerpoint/2010/main" val="2084810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797EFF-64BD-260E-A0AC-0099EE7CDBC0}"/>
              </a:ext>
            </a:extLst>
          </p:cNvPr>
          <p:cNvSpPr>
            <a:spLocks noGrp="1"/>
          </p:cNvSpPr>
          <p:nvPr>
            <p:ph type="title"/>
          </p:nvPr>
        </p:nvSpPr>
        <p:spPr>
          <a:xfrm>
            <a:off x="639763" y="844550"/>
            <a:ext cx="11522075" cy="1136650"/>
          </a:xfrm>
        </p:spPr>
        <p:txBody>
          <a:bodyPr/>
          <a:lstStyle/>
          <a:p>
            <a:r>
              <a:rPr lang="en-US" dirty="0">
                <a:latin typeface="Times New Roman" panose="02020603050405020304" pitchFamily="18" charset="0"/>
                <a:cs typeface="Times New Roman" panose="02020603050405020304" pitchFamily="18" charset="0"/>
              </a:rPr>
              <a:t>Abstract</a:t>
            </a:r>
            <a:endParaRPr lang="en-IN" dirty="0"/>
          </a:p>
        </p:txBody>
      </p:sp>
      <p:sp>
        <p:nvSpPr>
          <p:cNvPr id="3" name="Content Placeholder 2">
            <a:extLst>
              <a:ext uri="{FF2B5EF4-FFF2-40B4-BE49-F238E27FC236}">
                <a16:creationId xmlns:a16="http://schemas.microsoft.com/office/drawing/2014/main" xmlns="" id="{AA807F24-A166-F308-E72E-F226B21E052F}"/>
              </a:ext>
            </a:extLst>
          </p:cNvPr>
          <p:cNvSpPr>
            <a:spLocks noGrp="1"/>
          </p:cNvSpPr>
          <p:nvPr>
            <p:ph idx="1"/>
          </p:nvPr>
        </p:nvSpPr>
        <p:spPr>
          <a:xfrm>
            <a:off x="639763" y="2057401"/>
            <a:ext cx="11522075" cy="5532438"/>
          </a:xfrm>
        </p:spPr>
        <p:txBody>
          <a:bodyPr/>
          <a:lstStyle/>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Project </a:t>
            </a:r>
            <a:r>
              <a:rPr lang="en-US" sz="3200" dirty="0">
                <a:latin typeface="Times New Roman" panose="02020603050405020304" pitchFamily="18" charset="0"/>
                <a:ea typeface="Noto Sans TC" pitchFamily="34" charset="-122"/>
                <a:cs typeface="Times New Roman" panose="02020603050405020304" pitchFamily="18" charset="0"/>
              </a:rPr>
              <a:t>provides an automated solution for sending exam reminders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 </a:t>
            </a:r>
            <a:r>
              <a:rPr lang="en-US" sz="3200" dirty="0">
                <a:latin typeface="Times New Roman" panose="02020603050405020304" pitchFamily="18" charset="0"/>
                <a:ea typeface="Noto Sans TC" pitchFamily="34" charset="-122"/>
                <a:cs typeface="Times New Roman" panose="02020603050405020304" pitchFamily="18" charset="0"/>
              </a:rPr>
              <a:t>Uses </a:t>
            </a:r>
            <a:r>
              <a:rPr lang="en-US" sz="3200" dirty="0" err="1">
                <a:latin typeface="Times New Roman" panose="02020603050405020304" pitchFamily="18" charset="0"/>
                <a:ea typeface="Noto Sans TC" pitchFamily="34" charset="-122"/>
                <a:cs typeface="Times New Roman" panose="02020603050405020304" pitchFamily="18" charset="0"/>
              </a:rPr>
              <a:t>EmailJS</a:t>
            </a:r>
            <a:r>
              <a:rPr lang="en-US" sz="3200" dirty="0">
                <a:latin typeface="Times New Roman" panose="02020603050405020304" pitchFamily="18" charset="0"/>
                <a:ea typeface="Noto Sans TC" pitchFamily="34" charset="-122"/>
                <a:cs typeface="Times New Roman" panose="02020603050405020304" pitchFamily="18" charset="0"/>
              </a:rPr>
              <a:t> to deliver emails without needing a backend</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 </a:t>
            </a:r>
            <a:r>
              <a:rPr lang="en-US" sz="3200" dirty="0">
                <a:latin typeface="Times New Roman" panose="02020603050405020304" pitchFamily="18" charset="0"/>
                <a:ea typeface="Noto Sans TC" pitchFamily="34" charset="-122"/>
                <a:cs typeface="Times New Roman" panose="02020603050405020304" pitchFamily="18" charset="0"/>
              </a:rPr>
              <a:t>Collects exam details and generates personalized reminders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 </a:t>
            </a:r>
            <a:r>
              <a:rPr lang="en-US" sz="3200" dirty="0">
                <a:latin typeface="Times New Roman" panose="02020603050405020304" pitchFamily="18" charset="0"/>
                <a:ea typeface="Noto Sans TC" pitchFamily="34" charset="-122"/>
                <a:cs typeface="Times New Roman" panose="02020603050405020304" pitchFamily="18" charset="0"/>
              </a:rPr>
              <a:t>Saves time by removing manual reminder processes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Works </a:t>
            </a:r>
            <a:r>
              <a:rPr lang="en-US" sz="3200" dirty="0">
                <a:latin typeface="Times New Roman" panose="02020603050405020304" pitchFamily="18" charset="0"/>
                <a:ea typeface="Noto Sans TC" pitchFamily="34" charset="-122"/>
                <a:cs typeface="Times New Roman" panose="02020603050405020304" pitchFamily="18" charset="0"/>
              </a:rPr>
              <a:t>fully in the browser, making it lightweight and efficient</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marL="514350" indent="-514350" algn="just">
              <a:buAutoNum type="arabicPeriod"/>
            </a:pPr>
            <a:r>
              <a:rPr lang="en-US" sz="3200" dirty="0" smtClean="0">
                <a:latin typeface="Times New Roman" panose="02020603050405020304" pitchFamily="18" charset="0"/>
                <a:ea typeface="Noto Sans TC" pitchFamily="34" charset="-122"/>
                <a:cs typeface="Times New Roman" panose="02020603050405020304" pitchFamily="18" charset="0"/>
              </a:rPr>
              <a:t>Ensures </a:t>
            </a:r>
            <a:r>
              <a:rPr lang="en-US" sz="3200" dirty="0">
                <a:latin typeface="Times New Roman" panose="02020603050405020304" pitchFamily="18" charset="0"/>
                <a:ea typeface="Noto Sans TC" pitchFamily="34" charset="-122"/>
                <a:cs typeface="Times New Roman" panose="02020603050405020304" pitchFamily="18" charset="0"/>
              </a:rPr>
              <a:t>timely communication between students and </a:t>
            </a:r>
            <a:r>
              <a:rPr lang="en-US" sz="3200" dirty="0" smtClean="0">
                <a:latin typeface="Times New Roman" panose="02020603050405020304" pitchFamily="18" charset="0"/>
                <a:ea typeface="Noto Sans TC" pitchFamily="34" charset="-122"/>
                <a:cs typeface="Times New Roman" panose="02020603050405020304" pitchFamily="18" charset="0"/>
              </a:rPr>
              <a:t>institutions.</a:t>
            </a:r>
            <a:endParaRPr lang="en-US" sz="3200" dirty="0"/>
          </a:p>
        </p:txBody>
      </p:sp>
      <p:sp>
        <p:nvSpPr>
          <p:cNvPr id="4" name="Slide Number Placeholder 3">
            <a:extLst>
              <a:ext uri="{FF2B5EF4-FFF2-40B4-BE49-F238E27FC236}">
                <a16:creationId xmlns:a16="http://schemas.microsoft.com/office/drawing/2014/main" xmlns="" id="{9425FCD7-2331-163C-D0C4-D7522B209574}"/>
              </a:ext>
            </a:extLst>
          </p:cNvPr>
          <p:cNvSpPr>
            <a:spLocks noGrp="1"/>
          </p:cNvSpPr>
          <p:nvPr>
            <p:ph type="sldNum" sz="quarter" idx="12"/>
          </p:nvPr>
        </p:nvSpPr>
        <p:spPr/>
        <p:txBody>
          <a:bodyPr/>
          <a:lstStyle/>
          <a:p>
            <a:fld id="{832D7B7E-CE9D-ED4B-AECC-1DE207A92AAD}" type="slidenum">
              <a:rPr lang="en-US" altLang="en-US" smtClean="0"/>
              <a:pPr/>
              <a:t>3</a:t>
            </a:fld>
            <a:endParaRPr lang="en-US" altLang="en-US"/>
          </a:p>
        </p:txBody>
      </p:sp>
    </p:spTree>
    <p:extLst>
      <p:ext uri="{BB962C8B-B14F-4D97-AF65-F5344CB8AC3E}">
        <p14:creationId xmlns:p14="http://schemas.microsoft.com/office/powerpoint/2010/main" val="1106123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274CCD-1238-69FD-9AB0-35EC8823E7CC}"/>
              </a:ext>
            </a:extLst>
          </p:cNvPr>
          <p:cNvSpPr>
            <a:spLocks noGrp="1"/>
          </p:cNvSpPr>
          <p:nvPr>
            <p:ph type="title"/>
          </p:nvPr>
        </p:nvSpPr>
        <p:spPr>
          <a:xfrm>
            <a:off x="618498" y="762000"/>
            <a:ext cx="11522075" cy="1149350"/>
          </a:xfrm>
        </p:spPr>
        <p:txBody>
          <a:bodyPr/>
          <a:lstStyle/>
          <a:p>
            <a:r>
              <a:rPr lang="en-US" dirty="0">
                <a:latin typeface="Times New Roman" panose="02020603050405020304" pitchFamily="18" charset="0"/>
                <a:cs typeface="Times New Roman" panose="02020603050405020304" pitchFamily="18" charset="0"/>
              </a:rPr>
              <a:t>Literature Review</a:t>
            </a:r>
            <a:endParaRPr lang="en-IN" dirty="0"/>
          </a:p>
        </p:txBody>
      </p:sp>
      <p:sp>
        <p:nvSpPr>
          <p:cNvPr id="4" name="Slide Number Placeholder 3">
            <a:extLst>
              <a:ext uri="{FF2B5EF4-FFF2-40B4-BE49-F238E27FC236}">
                <a16:creationId xmlns:a16="http://schemas.microsoft.com/office/drawing/2014/main" xmlns="" id="{DB084195-7142-9FA5-07B8-68C886B0321C}"/>
              </a:ext>
            </a:extLst>
          </p:cNvPr>
          <p:cNvSpPr>
            <a:spLocks noGrp="1"/>
          </p:cNvSpPr>
          <p:nvPr>
            <p:ph type="sldNum" sz="quarter" idx="12"/>
          </p:nvPr>
        </p:nvSpPr>
        <p:spPr/>
        <p:txBody>
          <a:bodyPr/>
          <a:lstStyle/>
          <a:p>
            <a:fld id="{832D7B7E-CE9D-ED4B-AECC-1DE207A92AAD}" type="slidenum">
              <a:rPr lang="en-US" altLang="en-US" smtClean="0"/>
              <a:pPr/>
              <a:t>4</a:t>
            </a:fld>
            <a:endParaRPr lang="en-US" altLang="en-US"/>
          </a:p>
        </p:txBody>
      </p:sp>
      <p:graphicFrame>
        <p:nvGraphicFramePr>
          <p:cNvPr id="8" name="Content Placeholder 7">
            <a:extLst>
              <a:ext uri="{FF2B5EF4-FFF2-40B4-BE49-F238E27FC236}">
                <a16:creationId xmlns:a16="http://schemas.microsoft.com/office/drawing/2014/main" xmlns="" id="{89FC18ED-9C23-3187-1473-32D61505EFAA}"/>
              </a:ext>
            </a:extLst>
          </p:cNvPr>
          <p:cNvGraphicFramePr>
            <a:graphicFrameLocks noGrp="1"/>
          </p:cNvGraphicFramePr>
          <p:nvPr>
            <p:ph idx="1"/>
            <p:extLst>
              <p:ext uri="{D42A27DB-BD31-4B8C-83A1-F6EECF244321}">
                <p14:modId xmlns:p14="http://schemas.microsoft.com/office/powerpoint/2010/main" val="2821649431"/>
              </p:ext>
            </p:extLst>
          </p:nvPr>
        </p:nvGraphicFramePr>
        <p:xfrm>
          <a:off x="639763" y="2322513"/>
          <a:ext cx="11522072" cy="5278120"/>
        </p:xfrm>
        <a:graphic>
          <a:graphicData uri="http://schemas.openxmlformats.org/drawingml/2006/table">
            <a:tbl>
              <a:tblPr firstRow="1" bandRow="1">
                <a:tableStyleId>{5C22544A-7EE6-4342-B048-85BDC9FD1C3A}</a:tableStyleId>
              </a:tblPr>
              <a:tblGrid>
                <a:gridCol w="960437">
                  <a:extLst>
                    <a:ext uri="{9D8B030D-6E8A-4147-A177-3AD203B41FA5}">
                      <a16:colId xmlns:a16="http://schemas.microsoft.com/office/drawing/2014/main" xmlns="" val="2750394955"/>
                    </a:ext>
                  </a:extLst>
                </a:gridCol>
                <a:gridCol w="3352800">
                  <a:extLst>
                    <a:ext uri="{9D8B030D-6E8A-4147-A177-3AD203B41FA5}">
                      <a16:colId xmlns:a16="http://schemas.microsoft.com/office/drawing/2014/main" xmlns="" val="3550255804"/>
                    </a:ext>
                  </a:extLst>
                </a:gridCol>
                <a:gridCol w="1295400">
                  <a:extLst>
                    <a:ext uri="{9D8B030D-6E8A-4147-A177-3AD203B41FA5}">
                      <a16:colId xmlns:a16="http://schemas.microsoft.com/office/drawing/2014/main" xmlns="" val="3686616301"/>
                    </a:ext>
                  </a:extLst>
                </a:gridCol>
                <a:gridCol w="5913435">
                  <a:extLst>
                    <a:ext uri="{9D8B030D-6E8A-4147-A177-3AD203B41FA5}">
                      <a16:colId xmlns:a16="http://schemas.microsoft.com/office/drawing/2014/main" xmlns="" val="3030196943"/>
                    </a:ext>
                  </a:extLst>
                </a:gridCol>
              </a:tblGrid>
              <a:tr h="370840">
                <a:tc>
                  <a:txBody>
                    <a:bodyPr/>
                    <a:lstStyle/>
                    <a:p>
                      <a:r>
                        <a:rPr lang="en-IN" dirty="0">
                          <a:solidFill>
                            <a:sysClr val="windowText" lastClr="000000"/>
                          </a:solidFill>
                        </a:rPr>
                        <a:t>SL.NO</a:t>
                      </a:r>
                    </a:p>
                  </a:txBody>
                  <a:tcPr/>
                </a:tc>
                <a:tc>
                  <a:txBody>
                    <a:bodyPr/>
                    <a:lstStyle/>
                    <a:p>
                      <a:r>
                        <a:rPr lang="en-IN" dirty="0">
                          <a:solidFill>
                            <a:sysClr val="windowText" lastClr="000000"/>
                          </a:solidFill>
                        </a:rPr>
                        <a:t>AUTHOR	</a:t>
                      </a:r>
                    </a:p>
                  </a:txBody>
                  <a:tcPr/>
                </a:tc>
                <a:tc>
                  <a:txBody>
                    <a:bodyPr/>
                    <a:lstStyle/>
                    <a:p>
                      <a:r>
                        <a:rPr lang="en-IN" dirty="0">
                          <a:solidFill>
                            <a:sysClr val="windowText" lastClr="000000"/>
                          </a:solidFill>
                        </a:rPr>
                        <a:t>YEAR</a:t>
                      </a:r>
                    </a:p>
                  </a:txBody>
                  <a:tcPr/>
                </a:tc>
                <a:tc>
                  <a:txBody>
                    <a:bodyPr/>
                    <a:lstStyle/>
                    <a:p>
                      <a:r>
                        <a:rPr lang="en-IN" dirty="0">
                          <a:solidFill>
                            <a:sysClr val="windowText" lastClr="000000"/>
                          </a:solidFill>
                        </a:rPr>
                        <a:t>ABSTRACT</a:t>
                      </a:r>
                    </a:p>
                  </a:txBody>
                  <a:tcPr/>
                </a:tc>
                <a:extLst>
                  <a:ext uri="{0D108BD9-81ED-4DB2-BD59-A6C34878D82A}">
                    <a16:rowId xmlns:a16="http://schemas.microsoft.com/office/drawing/2014/main" xmlns="" val="1288479486"/>
                  </a:ext>
                </a:extLst>
              </a:tr>
              <a:tr h="1192847">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01</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rtl="0" eaLnBrk="1" latinLnBrk="0" hangingPunct="1"/>
                      <a:r>
                        <a:rPr kumimoji="0" lang="en-IN" sz="1800" kern="1200" dirty="0">
                          <a:solidFill>
                            <a:schemeClr val="dk1"/>
                          </a:solidFill>
                          <a:latin typeface="Times New Roman" panose="02020603050405020304" pitchFamily="18" charset="0"/>
                          <a:ea typeface="+mn-ea"/>
                          <a:cs typeface="Times New Roman" panose="02020603050405020304" pitchFamily="18" charset="0"/>
                        </a:rPr>
                        <a:t>B. J. Fogg</a:t>
                      </a:r>
                    </a:p>
                  </a:txBody>
                  <a:tcPr/>
                </a:tc>
                <a:tc>
                  <a:txBody>
                    <a:bodyPr/>
                    <a:lstStyle/>
                    <a:p>
                      <a:pPr marL="0" algn="l" rtl="0" eaLnBrk="1" latinLnBrk="0" hangingPunct="1"/>
                      <a:r>
                        <a:rPr kumimoji="0" lang="en-IN" sz="1800" kern="1200" dirty="0">
                          <a:solidFill>
                            <a:schemeClr val="dk1"/>
                          </a:solidFill>
                          <a:latin typeface="Times New Roman" panose="02020603050405020304" pitchFamily="18" charset="0"/>
                          <a:ea typeface="+mn-ea"/>
                          <a:cs typeface="Times New Roman" panose="02020603050405020304" pitchFamily="18" charset="0"/>
                        </a:rPr>
                        <a:t>2009</a:t>
                      </a: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This study explains the Fogg Behavior Model, showing how digital triggers such as reminders and notifications help users complete tasks on time. It supports the idea that technology-based reminders improve student responsibility, focus, and timely exam preparation.</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xmlns="" val="150163762"/>
                  </a:ext>
                </a:extLst>
              </a:tr>
              <a:tr h="990600">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02</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Richard H. Thaler &amp; Cass R. Sunstein</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2008</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Their Nudge Theory highlights how small, well-timed prompts influence user behavior. Automated exam reminders act as digital nudges, reducing forgetfulness and improving exam attendance in academic settings.</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xmlns="" val="3689484858"/>
                  </a:ext>
                </a:extLst>
              </a:tr>
              <a:tr h="1066800">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03</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rtl="0" eaLnBrk="1" latinLnBrk="0" hangingPunct="1"/>
                      <a:r>
                        <a:rPr kumimoji="0" lang="en-IN" sz="1800" kern="1200" dirty="0">
                          <a:solidFill>
                            <a:schemeClr val="dk1"/>
                          </a:solidFill>
                          <a:latin typeface="Times New Roman" panose="02020603050405020304" pitchFamily="18" charset="0"/>
                          <a:ea typeface="+mn-ea"/>
                          <a:cs typeface="Times New Roman" panose="02020603050405020304" pitchFamily="18" charset="0"/>
                        </a:rPr>
                        <a:t>John Hattie</a:t>
                      </a: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2012</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Hattie’s educational research emphasizes that timely feedback and structured guidance enhance student performance. Reminder systems align with this by giving timely cues that support academic planning and preparation.</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xmlns="" val="949404867"/>
                  </a:ext>
                </a:extLst>
              </a:tr>
              <a:tr h="1066800">
                <a:tc>
                  <a:txBody>
                    <a:bodyPr/>
                    <a:lstStyle/>
                    <a:p>
                      <a:r>
                        <a:rPr lang="en-US" sz="1800" dirty="0">
                          <a:latin typeface="Times New Roman" panose="02020603050405020304" pitchFamily="18" charset="0"/>
                          <a:cs typeface="Times New Roman" panose="02020603050405020304" pitchFamily="18" charset="0"/>
                        </a:rPr>
                        <a:t>04</a:t>
                      </a:r>
                      <a:endParaRPr lang="en-IN" sz="1800" dirty="0">
                        <a:latin typeface="Times New Roman" panose="02020603050405020304" pitchFamily="18" charset="0"/>
                        <a:cs typeface="Times New Roman" panose="02020603050405020304" pitchFamily="18" charset="0"/>
                      </a:endParaRPr>
                    </a:p>
                  </a:txBody>
                  <a:tcPr/>
                </a:tc>
                <a:tc>
                  <a:txBody>
                    <a:bodyPr/>
                    <a:lstStyle/>
                    <a:p>
                      <a:pPr marL="0" algn="l" rtl="0" eaLnBrk="1" latinLnBrk="0" hangingPunct="1"/>
                      <a:r>
                        <a:rPr kumimoji="0" lang="en-IN" sz="1800" kern="1200" dirty="0">
                          <a:solidFill>
                            <a:schemeClr val="dk1"/>
                          </a:solidFill>
                          <a:latin typeface="Times New Roman" panose="02020603050405020304" pitchFamily="18" charset="0"/>
                          <a:ea typeface="+mn-ea"/>
                          <a:cs typeface="Times New Roman" panose="02020603050405020304" pitchFamily="18" charset="0"/>
                        </a:rPr>
                        <a:t>Carolyn J. Heinrich</a:t>
                      </a: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2015</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rtl="0" eaLnBrk="1" latinLnBrk="0" hangingPunct="1"/>
                      <a:r>
                        <a:rPr kumimoji="0" lang="en-US" sz="1800" kern="1200" dirty="0">
                          <a:solidFill>
                            <a:schemeClr val="dk1"/>
                          </a:solidFill>
                          <a:latin typeface="Times New Roman" panose="02020603050405020304" pitchFamily="18" charset="0"/>
                          <a:ea typeface="+mn-ea"/>
                          <a:cs typeface="Times New Roman" panose="02020603050405020304" pitchFamily="18" charset="0"/>
                        </a:rPr>
                        <a:t>Her work on educational technology</a:t>
                      </a:r>
                      <a:endParaRPr kumimoji="0"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xmlns="" val="1007797345"/>
                  </a:ext>
                </a:extLst>
              </a:tr>
            </a:tbl>
          </a:graphicData>
        </a:graphic>
      </p:graphicFrame>
    </p:spTree>
    <p:extLst>
      <p:ext uri="{BB962C8B-B14F-4D97-AF65-F5344CB8AC3E}">
        <p14:creationId xmlns:p14="http://schemas.microsoft.com/office/powerpoint/2010/main" val="2464109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4CC671-B9A2-9884-1A5E-64D9025E791E}"/>
              </a:ext>
            </a:extLst>
          </p:cNvPr>
          <p:cNvSpPr>
            <a:spLocks noGrp="1"/>
          </p:cNvSpPr>
          <p:nvPr>
            <p:ph type="title"/>
          </p:nvPr>
        </p:nvSpPr>
        <p:spPr>
          <a:xfrm>
            <a:off x="607865" y="1219200"/>
            <a:ext cx="11522075" cy="1371600"/>
          </a:xfrm>
        </p:spPr>
        <p:txBody>
          <a:bodyPr/>
          <a:lstStyle/>
          <a:p>
            <a:r>
              <a:rPr lang="en-US"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xmlns="" id="{C2D9D1E7-6608-40DB-44E2-AAB52040FA53}"/>
              </a:ext>
            </a:extLst>
          </p:cNvPr>
          <p:cNvSpPr>
            <a:spLocks noGrp="1"/>
          </p:cNvSpPr>
          <p:nvPr>
            <p:ph idx="1"/>
          </p:nvPr>
        </p:nvSpPr>
        <p:spPr>
          <a:xfrm>
            <a:off x="606093" y="2962275"/>
            <a:ext cx="11522075" cy="5267325"/>
          </a:xfrm>
        </p:spPr>
        <p:txBody>
          <a:bodyPr/>
          <a:lstStyle/>
          <a:p>
            <a:pPr marL="0" indent="0" algn="just">
              <a:buNone/>
            </a:pPr>
            <a:r>
              <a:rPr lang="en-US" sz="3200" dirty="0">
                <a:latin typeface="Times New Roman" panose="02020603050405020304" pitchFamily="18" charset="0"/>
                <a:ea typeface="Noto Sans TC" pitchFamily="34" charset="-122"/>
                <a:cs typeface="Times New Roman" panose="02020603050405020304" pitchFamily="18" charset="0"/>
              </a:rPr>
              <a:t>Students often forget exam dates due to busy schedules, lack of proper reminders, or poor organization. Teachers also face difficulty in manually informing every student about upcoming exams, which can lead to miscommunication and missed exams. There is a need for an automated system that can store student details, read exam schedules, and send timely reminders without manual effort.</a:t>
            </a:r>
          </a:p>
          <a:p>
            <a:pPr marL="0" indent="0" algn="just">
              <a:buNone/>
            </a:pPr>
            <a:endParaRPr lang="en-IN" dirty="0"/>
          </a:p>
        </p:txBody>
      </p:sp>
      <p:sp>
        <p:nvSpPr>
          <p:cNvPr id="4" name="Slide Number Placeholder 3">
            <a:extLst>
              <a:ext uri="{FF2B5EF4-FFF2-40B4-BE49-F238E27FC236}">
                <a16:creationId xmlns:a16="http://schemas.microsoft.com/office/drawing/2014/main" xmlns="" id="{35B58F93-4E52-B8D4-7467-03A0D4FBFB2B}"/>
              </a:ext>
            </a:extLst>
          </p:cNvPr>
          <p:cNvSpPr>
            <a:spLocks noGrp="1"/>
          </p:cNvSpPr>
          <p:nvPr>
            <p:ph type="sldNum" sz="quarter" idx="12"/>
          </p:nvPr>
        </p:nvSpPr>
        <p:spPr/>
        <p:txBody>
          <a:bodyPr/>
          <a:lstStyle/>
          <a:p>
            <a:fld id="{832D7B7E-CE9D-ED4B-AECC-1DE207A92AAD}" type="slidenum">
              <a:rPr lang="en-US" altLang="en-US" smtClean="0"/>
              <a:pPr/>
              <a:t>5</a:t>
            </a:fld>
            <a:endParaRPr lang="en-US" altLang="en-US"/>
          </a:p>
        </p:txBody>
      </p:sp>
    </p:spTree>
    <p:extLst>
      <p:ext uri="{BB962C8B-B14F-4D97-AF65-F5344CB8AC3E}">
        <p14:creationId xmlns:p14="http://schemas.microsoft.com/office/powerpoint/2010/main" val="310315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3F9A43-669E-242A-9FDB-AA7AEC38378F}"/>
              </a:ext>
            </a:extLst>
          </p:cNvPr>
          <p:cNvSpPr>
            <a:spLocks noGrp="1"/>
          </p:cNvSpPr>
          <p:nvPr>
            <p:ph type="title"/>
          </p:nvPr>
        </p:nvSpPr>
        <p:spPr>
          <a:xfrm>
            <a:off x="639763" y="762000"/>
            <a:ext cx="11522075" cy="1149350"/>
          </a:xfrm>
        </p:spPr>
        <p:txBody>
          <a:bodyPr/>
          <a:lstStyle/>
          <a:p>
            <a:r>
              <a:rPr lang="en-US" dirty="0">
                <a:latin typeface="Times New Roman" panose="02020603050405020304" pitchFamily="18" charset="0"/>
                <a:cs typeface="Times New Roman" panose="02020603050405020304" pitchFamily="18" charset="0"/>
              </a:rPr>
              <a:t>Objectives of the Project</a:t>
            </a:r>
            <a:endParaRPr lang="en-IN" dirty="0"/>
          </a:p>
        </p:txBody>
      </p:sp>
      <p:sp>
        <p:nvSpPr>
          <p:cNvPr id="3" name="Content Placeholder 2">
            <a:extLst>
              <a:ext uri="{FF2B5EF4-FFF2-40B4-BE49-F238E27FC236}">
                <a16:creationId xmlns:a16="http://schemas.microsoft.com/office/drawing/2014/main" xmlns="" id="{F9DE840B-2C78-A194-5AC9-3E316F4B37A8}"/>
              </a:ext>
            </a:extLst>
          </p:cNvPr>
          <p:cNvSpPr>
            <a:spLocks noGrp="1"/>
          </p:cNvSpPr>
          <p:nvPr>
            <p:ph idx="1"/>
          </p:nvPr>
        </p:nvSpPr>
        <p:spPr>
          <a:xfrm>
            <a:off x="639763" y="1911350"/>
            <a:ext cx="11522075" cy="5678489"/>
          </a:xfrm>
        </p:spPr>
        <p:txBody>
          <a:bodyPr/>
          <a:lstStyle/>
          <a:p>
            <a:pPr algn="just"/>
            <a:r>
              <a:rPr lang="en-US" sz="3200" dirty="0">
                <a:latin typeface="Times New Roman" panose="02020603050405020304" pitchFamily="18" charset="0"/>
                <a:ea typeface="Noto Sans TC" pitchFamily="34" charset="-122"/>
                <a:cs typeface="Times New Roman" panose="02020603050405020304" pitchFamily="18" charset="0"/>
              </a:rPr>
              <a:t>1. To automate the process of sending exam reminders to students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algn="just"/>
            <a:r>
              <a:rPr lang="en-US" sz="3200" dirty="0" smtClean="0">
                <a:latin typeface="Times New Roman" panose="02020603050405020304" pitchFamily="18" charset="0"/>
                <a:ea typeface="Noto Sans TC" pitchFamily="34" charset="-122"/>
                <a:cs typeface="Times New Roman" panose="02020603050405020304" pitchFamily="18" charset="0"/>
              </a:rPr>
              <a:t>2</a:t>
            </a:r>
            <a:r>
              <a:rPr lang="en-US" sz="3200" dirty="0">
                <a:latin typeface="Times New Roman" panose="02020603050405020304" pitchFamily="18" charset="0"/>
                <a:ea typeface="Noto Sans TC" pitchFamily="34" charset="-122"/>
                <a:cs typeface="Times New Roman" panose="02020603050405020304" pitchFamily="18" charset="0"/>
              </a:rPr>
              <a:t>. To ensure students receive accurate and timely exam notifications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algn="just"/>
            <a:r>
              <a:rPr lang="en-US" sz="3200" dirty="0" smtClean="0">
                <a:latin typeface="Times New Roman" panose="02020603050405020304" pitchFamily="18" charset="0"/>
                <a:ea typeface="Noto Sans TC" pitchFamily="34" charset="-122"/>
                <a:cs typeface="Times New Roman" panose="02020603050405020304" pitchFamily="18" charset="0"/>
              </a:rPr>
              <a:t>3</a:t>
            </a:r>
            <a:r>
              <a:rPr lang="en-US" sz="3200" dirty="0">
                <a:latin typeface="Times New Roman" panose="02020603050405020304" pitchFamily="18" charset="0"/>
                <a:ea typeface="Noto Sans TC" pitchFamily="34" charset="-122"/>
                <a:cs typeface="Times New Roman" panose="02020603050405020304" pitchFamily="18" charset="0"/>
              </a:rPr>
              <a:t>. To reduce chances of students forgetting or missing exams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algn="just"/>
            <a:r>
              <a:rPr lang="en-US" sz="3200" dirty="0" smtClean="0">
                <a:latin typeface="Times New Roman" panose="02020603050405020304" pitchFamily="18" charset="0"/>
                <a:ea typeface="Noto Sans TC" pitchFamily="34" charset="-122"/>
                <a:cs typeface="Times New Roman" panose="02020603050405020304" pitchFamily="18" charset="0"/>
              </a:rPr>
              <a:t>4</a:t>
            </a:r>
            <a:r>
              <a:rPr lang="en-US" sz="3200" dirty="0">
                <a:latin typeface="Times New Roman" panose="02020603050405020304" pitchFamily="18" charset="0"/>
                <a:ea typeface="Noto Sans TC" pitchFamily="34" charset="-122"/>
                <a:cs typeface="Times New Roman" panose="02020603050405020304" pitchFamily="18" charset="0"/>
              </a:rPr>
              <a:t>. To simplify reminder management using a web-based system</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algn="just"/>
            <a:r>
              <a:rPr lang="en-US" sz="3200" dirty="0" smtClean="0">
                <a:latin typeface="Times New Roman" panose="02020603050405020304" pitchFamily="18" charset="0"/>
                <a:ea typeface="Noto Sans TC" pitchFamily="34" charset="-122"/>
                <a:cs typeface="Times New Roman" panose="02020603050405020304" pitchFamily="18" charset="0"/>
              </a:rPr>
              <a:t>5</a:t>
            </a:r>
            <a:r>
              <a:rPr lang="en-US" sz="3200" dirty="0">
                <a:latin typeface="Times New Roman" panose="02020603050405020304" pitchFamily="18" charset="0"/>
                <a:ea typeface="Noto Sans TC" pitchFamily="34" charset="-122"/>
                <a:cs typeface="Times New Roman" panose="02020603050405020304" pitchFamily="18" charset="0"/>
              </a:rPr>
              <a:t>. To improve communication and organization in the academic process</a:t>
            </a:r>
            <a:r>
              <a:rPr lang="en-US" sz="3200" dirty="0" smtClean="0">
                <a:latin typeface="Times New Roman" panose="02020603050405020304" pitchFamily="18" charset="0"/>
                <a:ea typeface="Noto Sans TC" pitchFamily="34" charset="-122"/>
                <a:cs typeface="Times New Roman" panose="02020603050405020304" pitchFamily="18" charset="0"/>
              </a:rPr>
              <a:t>.</a:t>
            </a:r>
          </a:p>
          <a:p>
            <a:pPr algn="just"/>
            <a:r>
              <a:rPr lang="en-US" sz="3200" dirty="0" smtClean="0">
                <a:latin typeface="Times New Roman" panose="02020603050405020304" pitchFamily="18" charset="0"/>
                <a:ea typeface="Noto Sans TC" pitchFamily="34" charset="-122"/>
                <a:cs typeface="Times New Roman" panose="02020603050405020304" pitchFamily="18" charset="0"/>
              </a:rPr>
              <a:t>6</a:t>
            </a:r>
            <a:r>
              <a:rPr lang="en-US" sz="3200" dirty="0">
                <a:latin typeface="Times New Roman" panose="02020603050405020304" pitchFamily="18" charset="0"/>
                <a:ea typeface="Noto Sans TC" pitchFamily="34" charset="-122"/>
                <a:cs typeface="Times New Roman" panose="02020603050405020304" pitchFamily="18" charset="0"/>
              </a:rPr>
              <a:t>. To provide a fast, user-friendly, and backend-free reminder solution.</a:t>
            </a:r>
            <a:endParaRPr lang="en-IN" sz="3200" dirty="0">
              <a:latin typeface="Times New Roman" panose="02020603050405020304" pitchFamily="18" charset="0"/>
              <a:ea typeface="Noto Sans TC" pitchFamily="34"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A6E4D458-B1AD-D793-BBE1-BC691035847E}"/>
              </a:ext>
            </a:extLst>
          </p:cNvPr>
          <p:cNvSpPr>
            <a:spLocks noGrp="1"/>
          </p:cNvSpPr>
          <p:nvPr>
            <p:ph type="sldNum" sz="quarter" idx="12"/>
          </p:nvPr>
        </p:nvSpPr>
        <p:spPr/>
        <p:txBody>
          <a:bodyPr/>
          <a:lstStyle/>
          <a:p>
            <a:fld id="{832D7B7E-CE9D-ED4B-AECC-1DE207A92AAD}" type="slidenum">
              <a:rPr lang="en-US" altLang="en-US" smtClean="0"/>
              <a:pPr/>
              <a:t>6</a:t>
            </a:fld>
            <a:endParaRPr lang="en-US" altLang="en-US"/>
          </a:p>
        </p:txBody>
      </p:sp>
    </p:spTree>
    <p:extLst>
      <p:ext uri="{BB962C8B-B14F-4D97-AF65-F5344CB8AC3E}">
        <p14:creationId xmlns:p14="http://schemas.microsoft.com/office/powerpoint/2010/main" val="3599903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387B41-DF73-AF35-6E46-31A6B8673430}"/>
              </a:ext>
            </a:extLst>
          </p:cNvPr>
          <p:cNvSpPr>
            <a:spLocks noGrp="1"/>
          </p:cNvSpPr>
          <p:nvPr>
            <p:ph type="title"/>
          </p:nvPr>
        </p:nvSpPr>
        <p:spPr>
          <a:xfrm>
            <a:off x="639763" y="666343"/>
            <a:ext cx="11522075" cy="1073150"/>
          </a:xfrm>
        </p:spPr>
        <p:txBody>
          <a:bodyPr/>
          <a:lstStyle/>
          <a:p>
            <a:r>
              <a:rPr lang="en-US" dirty="0">
                <a:latin typeface="Times New Roman" panose="02020603050405020304" pitchFamily="18" charset="0"/>
                <a:cs typeface="Times New Roman" panose="02020603050405020304" pitchFamily="18" charset="0"/>
              </a:rPr>
              <a:t>Design and Analysis :</a:t>
            </a:r>
            <a:endParaRPr lang="en-IN" dirty="0"/>
          </a:p>
        </p:txBody>
      </p:sp>
      <p:sp>
        <p:nvSpPr>
          <p:cNvPr id="4" name="Slide Number Placeholder 3">
            <a:extLst>
              <a:ext uri="{FF2B5EF4-FFF2-40B4-BE49-F238E27FC236}">
                <a16:creationId xmlns:a16="http://schemas.microsoft.com/office/drawing/2014/main" xmlns="" id="{96891F42-D7A6-2069-8370-87E3E12AA4F9}"/>
              </a:ext>
            </a:extLst>
          </p:cNvPr>
          <p:cNvSpPr>
            <a:spLocks noGrp="1"/>
          </p:cNvSpPr>
          <p:nvPr>
            <p:ph type="sldNum" sz="quarter" idx="12"/>
          </p:nvPr>
        </p:nvSpPr>
        <p:spPr/>
        <p:txBody>
          <a:bodyPr/>
          <a:lstStyle/>
          <a:p>
            <a:fld id="{832D7B7E-CE9D-ED4B-AECC-1DE207A92AAD}" type="slidenum">
              <a:rPr lang="en-US" altLang="en-US" smtClean="0"/>
              <a:pPr/>
              <a:t>7</a:t>
            </a:fld>
            <a:endParaRPr lang="en-US" altLang="en-US"/>
          </a:p>
        </p:txBody>
      </p:sp>
      <p:sp>
        <p:nvSpPr>
          <p:cNvPr id="3" name="Content Placeholder 2">
            <a:extLst>
              <a:ext uri="{FF2B5EF4-FFF2-40B4-BE49-F238E27FC236}">
                <a16:creationId xmlns:a16="http://schemas.microsoft.com/office/drawing/2014/main" xmlns="" id="{F39CEB96-D8BD-DB00-4C2E-54A46B657B79}"/>
              </a:ext>
            </a:extLst>
          </p:cNvPr>
          <p:cNvSpPr>
            <a:spLocks noGrp="1"/>
          </p:cNvSpPr>
          <p:nvPr>
            <p:ph idx="1"/>
          </p:nvPr>
        </p:nvSpPr>
        <p:spPr>
          <a:xfrm>
            <a:off x="639763" y="2466975"/>
            <a:ext cx="11522075" cy="5380038"/>
          </a:xfrm>
        </p:spPr>
        <p:txBody>
          <a:bodyPr/>
          <a:lstStyle/>
          <a:p>
            <a:r>
              <a:rPr lang="en-US" dirty="0"/>
              <a:t>Frontend web app built with HTML, CSS, JavaScript</a:t>
            </a:r>
          </a:p>
          <a:p>
            <a:r>
              <a:rPr lang="en-US" dirty="0"/>
              <a:t>Login &amp; Signup with password toggle</a:t>
            </a:r>
          </a:p>
          <a:p>
            <a:r>
              <a:rPr lang="en-US" dirty="0"/>
              <a:t>Dashboard for sending exam reminders</a:t>
            </a:r>
          </a:p>
          <a:p>
            <a:r>
              <a:rPr lang="en-US" dirty="0" err="1"/>
              <a:t>EmailJS</a:t>
            </a:r>
            <a:r>
              <a:rPr lang="en-US" dirty="0"/>
              <a:t> integration for email delivery</a:t>
            </a:r>
          </a:p>
          <a:p>
            <a:r>
              <a:rPr lang="en-IN" dirty="0"/>
              <a:t>Local Storage for saving user data &amp; history</a:t>
            </a:r>
          </a:p>
        </p:txBody>
      </p:sp>
    </p:spTree>
    <p:extLst>
      <p:ext uri="{BB962C8B-B14F-4D97-AF65-F5344CB8AC3E}">
        <p14:creationId xmlns:p14="http://schemas.microsoft.com/office/powerpoint/2010/main" val="3165944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E85B7DC-D9D0-0FDB-7ADF-65FD92A01AF4}"/>
              </a:ext>
            </a:extLst>
          </p:cNvPr>
          <p:cNvSpPr>
            <a:spLocks noGrp="1"/>
          </p:cNvSpPr>
          <p:nvPr>
            <p:ph type="sldNum" sz="quarter" idx="12"/>
          </p:nvPr>
        </p:nvSpPr>
        <p:spPr/>
        <p:txBody>
          <a:bodyPr/>
          <a:lstStyle/>
          <a:p>
            <a:fld id="{832D7B7E-CE9D-ED4B-AECC-1DE207A92AAD}" type="slidenum">
              <a:rPr lang="en-US" altLang="en-US" smtClean="0"/>
              <a:pPr/>
              <a:t>8</a:t>
            </a:fld>
            <a:endParaRPr lang="en-US" altLang="en-US"/>
          </a:p>
        </p:txBody>
      </p:sp>
      <p:sp>
        <p:nvSpPr>
          <p:cNvPr id="2" name="Content Placeholder 1">
            <a:extLst>
              <a:ext uri="{FF2B5EF4-FFF2-40B4-BE49-F238E27FC236}">
                <a16:creationId xmlns:a16="http://schemas.microsoft.com/office/drawing/2014/main" xmlns="" id="{614FE39C-9F74-43E8-D859-F1813BB6312B}"/>
              </a:ext>
            </a:extLst>
          </p:cNvPr>
          <p:cNvSpPr>
            <a:spLocks noGrp="1"/>
          </p:cNvSpPr>
          <p:nvPr>
            <p:ph idx="1"/>
          </p:nvPr>
        </p:nvSpPr>
        <p:spPr>
          <a:xfrm>
            <a:off x="533400" y="1981200"/>
            <a:ext cx="11522075" cy="5267325"/>
          </a:xfrm>
        </p:spPr>
        <p:txBody>
          <a:bodyPr/>
          <a:lstStyle/>
          <a:p>
            <a:r>
              <a:rPr lang="en-US" dirty="0"/>
              <a:t>User-friendly and works without a backend</a:t>
            </a:r>
          </a:p>
          <a:p>
            <a:r>
              <a:rPr lang="en-US" dirty="0"/>
              <a:t>Fast email sending through </a:t>
            </a:r>
            <a:r>
              <a:rPr lang="en-US" dirty="0" err="1"/>
              <a:t>EmailJS</a:t>
            </a:r>
            <a:endParaRPr lang="en-US" dirty="0"/>
          </a:p>
          <a:p>
            <a:r>
              <a:rPr lang="en-US" dirty="0"/>
              <a:t>Suitable for small-scale or demo use</a:t>
            </a:r>
          </a:p>
          <a:p>
            <a:r>
              <a:rPr lang="en-US" dirty="0"/>
              <a:t>Limited security (</a:t>
            </a:r>
            <a:r>
              <a:rPr lang="en-US" dirty="0" err="1"/>
              <a:t>localStorage</a:t>
            </a:r>
            <a:r>
              <a:rPr lang="en-US" dirty="0"/>
              <a:t> + exposed keys)</a:t>
            </a:r>
          </a:p>
          <a:p>
            <a:r>
              <a:rPr lang="en-US" dirty="0"/>
              <a:t>Needs backend for secure, real-world deployment</a:t>
            </a:r>
            <a:endParaRPr lang="en-IN" dirty="0"/>
          </a:p>
        </p:txBody>
      </p:sp>
    </p:spTree>
    <p:extLst>
      <p:ext uri="{BB962C8B-B14F-4D97-AF65-F5344CB8AC3E}">
        <p14:creationId xmlns:p14="http://schemas.microsoft.com/office/powerpoint/2010/main" val="3431367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E46E1E-85A2-8F8E-D011-E21102292F7E}"/>
              </a:ext>
            </a:extLst>
          </p:cNvPr>
          <p:cNvSpPr>
            <a:spLocks noGrp="1"/>
          </p:cNvSpPr>
          <p:nvPr>
            <p:ph type="title"/>
          </p:nvPr>
        </p:nvSpPr>
        <p:spPr>
          <a:xfrm>
            <a:off x="639762" y="639761"/>
            <a:ext cx="11522075" cy="1073150"/>
          </a:xfrm>
        </p:spPr>
        <p:txBody>
          <a:bodyPr/>
          <a:lstStyle/>
          <a:p>
            <a:r>
              <a:rPr lang="en-IN" dirty="0">
                <a:latin typeface="Times New Roman" panose="02020603050405020304" pitchFamily="18" charset="0"/>
                <a:cs typeface="Times New Roman" panose="02020603050405020304" pitchFamily="18" charset="0"/>
              </a:rPr>
              <a:t>Implementation:</a:t>
            </a:r>
            <a:endParaRPr lang="en-IN" b="1" dirty="0"/>
          </a:p>
        </p:txBody>
      </p:sp>
      <p:sp>
        <p:nvSpPr>
          <p:cNvPr id="4" name="Slide Number Placeholder 3">
            <a:extLst>
              <a:ext uri="{FF2B5EF4-FFF2-40B4-BE49-F238E27FC236}">
                <a16:creationId xmlns:a16="http://schemas.microsoft.com/office/drawing/2014/main" xmlns="" id="{DBF44798-12C1-8362-FF3D-C599DC37E0E0}"/>
              </a:ext>
            </a:extLst>
          </p:cNvPr>
          <p:cNvSpPr>
            <a:spLocks noGrp="1"/>
          </p:cNvSpPr>
          <p:nvPr>
            <p:ph type="sldNum" sz="quarter" idx="12"/>
          </p:nvPr>
        </p:nvSpPr>
        <p:spPr/>
        <p:txBody>
          <a:bodyPr/>
          <a:lstStyle/>
          <a:p>
            <a:fld id="{832D7B7E-CE9D-ED4B-AECC-1DE207A92AAD}" type="slidenum">
              <a:rPr lang="en-US" altLang="en-US" smtClean="0"/>
              <a:pPr/>
              <a:t>9</a:t>
            </a:fld>
            <a:endParaRPr lang="en-US" altLang="en-US"/>
          </a:p>
        </p:txBody>
      </p:sp>
      <p:sp>
        <p:nvSpPr>
          <p:cNvPr id="5" name="Content Placeholder 2">
            <a:extLst>
              <a:ext uri="{FF2B5EF4-FFF2-40B4-BE49-F238E27FC236}">
                <a16:creationId xmlns:a16="http://schemas.microsoft.com/office/drawing/2014/main" xmlns="" id="{6DB3191B-99A1-95E2-1A6E-5FC71C03436B}"/>
              </a:ext>
            </a:extLst>
          </p:cNvPr>
          <p:cNvSpPr>
            <a:spLocks noGrp="1"/>
          </p:cNvSpPr>
          <p:nvPr>
            <p:ph idx="1"/>
          </p:nvPr>
        </p:nvSpPr>
        <p:spPr>
          <a:xfrm>
            <a:off x="639763" y="1712911"/>
            <a:ext cx="11522075" cy="5876928"/>
          </a:xfrm>
        </p:spPr>
        <p:txBody>
          <a:bodyPr/>
          <a:lstStyle/>
          <a:p>
            <a:pPr marL="0" indent="0">
              <a:buNone/>
            </a:pPr>
            <a:r>
              <a:rPr lang="en-US" sz="2800" dirty="0" smtClean="0"/>
              <a:t> </a:t>
            </a:r>
            <a:r>
              <a:rPr lang="en-US" sz="2800" dirty="0"/>
              <a:t>1. Frontend </a:t>
            </a:r>
            <a:r>
              <a:rPr lang="en-US" sz="2800" dirty="0" err="1"/>
              <a:t>Development:The</a:t>
            </a:r>
            <a:r>
              <a:rPr lang="en-US" sz="2800" dirty="0"/>
              <a:t> system is built using HTML, CSS, and JavaScript</a:t>
            </a:r>
            <a:r>
              <a:rPr lang="en-US" sz="2800" dirty="0" smtClean="0"/>
              <a:t>.</a:t>
            </a:r>
          </a:p>
          <a:p>
            <a:pPr marL="0" indent="0">
              <a:buNone/>
            </a:pPr>
            <a:r>
              <a:rPr lang="en-US" sz="2800" dirty="0" smtClean="0"/>
              <a:t>2</a:t>
            </a:r>
            <a:r>
              <a:rPr lang="en-US" sz="2800" dirty="0"/>
              <a:t>. User </a:t>
            </a:r>
            <a:r>
              <a:rPr lang="en-US" sz="2800" dirty="0" err="1"/>
              <a:t>Authentication:Login</a:t>
            </a:r>
            <a:r>
              <a:rPr lang="en-US" sz="2800" dirty="0"/>
              <a:t>, Signup, and Forgot Password are implemented using </a:t>
            </a:r>
            <a:r>
              <a:rPr lang="en-US" sz="2800" dirty="0" err="1"/>
              <a:t>localStorage</a:t>
            </a:r>
            <a:r>
              <a:rPr lang="en-US" sz="2800" dirty="0"/>
              <a:t> to store user accounts</a:t>
            </a:r>
            <a:r>
              <a:rPr lang="en-US" sz="2800" dirty="0" smtClean="0"/>
              <a:t>.</a:t>
            </a:r>
          </a:p>
          <a:p>
            <a:pPr marL="0" indent="0">
              <a:buNone/>
            </a:pPr>
            <a:r>
              <a:rPr lang="en-US" sz="2800" dirty="0" smtClean="0"/>
              <a:t>3</a:t>
            </a:r>
            <a:r>
              <a:rPr lang="en-US" sz="2800" dirty="0"/>
              <a:t>. Password </a:t>
            </a:r>
            <a:r>
              <a:rPr lang="en-US" sz="2800" dirty="0" err="1"/>
              <a:t>Toggle:Eye</a:t>
            </a:r>
            <a:r>
              <a:rPr lang="en-US" sz="2800" dirty="0"/>
              <a:t> icon is used to show/hide passwords using JavaScript</a:t>
            </a:r>
            <a:r>
              <a:rPr lang="en-US" sz="2800" dirty="0" smtClean="0"/>
              <a:t>.</a:t>
            </a:r>
          </a:p>
          <a:p>
            <a:pPr marL="0" indent="0">
              <a:buNone/>
            </a:pPr>
            <a:r>
              <a:rPr lang="en-US" sz="2800" dirty="0" smtClean="0"/>
              <a:t>4</a:t>
            </a:r>
            <a:r>
              <a:rPr lang="en-US" sz="2800" dirty="0"/>
              <a:t>. Theme </a:t>
            </a:r>
            <a:r>
              <a:rPr lang="en-US" sz="2800" dirty="0" err="1"/>
              <a:t>System:Light</a:t>
            </a:r>
            <a:r>
              <a:rPr lang="en-US" sz="2800" dirty="0"/>
              <a:t>/Dark mode toggle is implemented and saved in </a:t>
            </a:r>
            <a:r>
              <a:rPr lang="en-US" sz="2800" dirty="0" err="1"/>
              <a:t>localStorage</a:t>
            </a:r>
            <a:r>
              <a:rPr lang="en-US" sz="2800" dirty="0" smtClean="0"/>
              <a:t>.</a:t>
            </a:r>
          </a:p>
          <a:p>
            <a:pPr marL="0" indent="0">
              <a:buNone/>
            </a:pPr>
            <a:r>
              <a:rPr lang="en-US" sz="2800" dirty="0" smtClean="0"/>
              <a:t>5</a:t>
            </a:r>
            <a:r>
              <a:rPr lang="en-US" sz="2800" dirty="0"/>
              <a:t>. Dashboard </a:t>
            </a:r>
            <a:r>
              <a:rPr lang="en-US" sz="2800" dirty="0" err="1"/>
              <a:t>Navigation:Sidebar</a:t>
            </a:r>
            <a:r>
              <a:rPr lang="en-US" sz="2800" dirty="0"/>
              <a:t> menu switches between Exam Reminder and History pages</a:t>
            </a:r>
            <a:r>
              <a:rPr lang="en-US" sz="2800" dirty="0" smtClean="0"/>
              <a:t>.</a:t>
            </a:r>
          </a:p>
          <a:p>
            <a:pPr marL="0" indent="0">
              <a:buNone/>
            </a:pPr>
            <a:r>
              <a:rPr lang="en-US" sz="2800" dirty="0" smtClean="0"/>
              <a:t>6</a:t>
            </a:r>
            <a:r>
              <a:rPr lang="en-US" sz="2800" dirty="0"/>
              <a:t>. Exam Reminder </a:t>
            </a:r>
            <a:r>
              <a:rPr lang="en-US" sz="2800" dirty="0" err="1"/>
              <a:t>Form:User</a:t>
            </a:r>
            <a:r>
              <a:rPr lang="en-US" sz="2800" dirty="0"/>
              <a:t> enters student name, email, exam date, time, subject, seat, and room</a:t>
            </a:r>
            <a:r>
              <a:rPr lang="en-US" sz="2800" dirty="0" smtClean="0"/>
              <a:t>.</a:t>
            </a:r>
          </a:p>
          <a:p>
            <a:pPr marL="514350" indent="-514350">
              <a:buFont typeface="+mj-lt"/>
              <a:buAutoNum type="arabicPeriod" startAt="3"/>
            </a:pPr>
            <a:endParaRPr lang="en-US" sz="2800" dirty="0"/>
          </a:p>
          <a:p>
            <a:pPr marL="514350" indent="-514350">
              <a:buFont typeface="+mj-lt"/>
              <a:buAutoNum type="arabicPeriod" startAt="3"/>
            </a:pPr>
            <a:endParaRPr lang="en-US" sz="2800" dirty="0"/>
          </a:p>
          <a:p>
            <a:pPr marL="0" indent="0">
              <a:buNone/>
            </a:pPr>
            <a:endParaRPr lang="en-IN" sz="2800" dirty="0"/>
          </a:p>
          <a:p>
            <a:pPr marL="0" indent="0">
              <a:buNone/>
            </a:pPr>
            <a:endParaRPr lang="en-IN" sz="2800" dirty="0"/>
          </a:p>
        </p:txBody>
      </p:sp>
    </p:spTree>
    <p:extLst>
      <p:ext uri="{BB962C8B-B14F-4D97-AF65-F5344CB8AC3E}">
        <p14:creationId xmlns:p14="http://schemas.microsoft.com/office/powerpoint/2010/main" val="1570230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CD6D1CF-A43E-0601-D1A1-9EAE995E232C}"/>
              </a:ext>
            </a:extLst>
          </p:cNvPr>
          <p:cNvSpPr>
            <a:spLocks noGrp="1"/>
          </p:cNvSpPr>
          <p:nvPr>
            <p:ph type="sldNum" sz="quarter" idx="12"/>
          </p:nvPr>
        </p:nvSpPr>
        <p:spPr/>
        <p:txBody>
          <a:bodyPr/>
          <a:lstStyle/>
          <a:p>
            <a:fld id="{832D7B7E-CE9D-ED4B-AECC-1DE207A92AAD}" type="slidenum">
              <a:rPr lang="en-US" altLang="en-US" smtClean="0"/>
              <a:pPr/>
              <a:t>10</a:t>
            </a:fld>
            <a:endParaRPr lang="en-US" altLang="en-US"/>
          </a:p>
        </p:txBody>
      </p:sp>
      <p:sp>
        <p:nvSpPr>
          <p:cNvPr id="5" name="Content Placeholder 2">
            <a:extLst>
              <a:ext uri="{FF2B5EF4-FFF2-40B4-BE49-F238E27FC236}">
                <a16:creationId xmlns:a16="http://schemas.microsoft.com/office/drawing/2014/main" xmlns="" id="{C3D1BB90-28EA-EB41-5093-838CED2511BA}"/>
              </a:ext>
            </a:extLst>
          </p:cNvPr>
          <p:cNvSpPr>
            <a:spLocks noGrp="1"/>
          </p:cNvSpPr>
          <p:nvPr>
            <p:ph idx="1"/>
          </p:nvPr>
        </p:nvSpPr>
        <p:spPr>
          <a:xfrm>
            <a:off x="533400" y="1143001"/>
            <a:ext cx="11522075" cy="6019800"/>
          </a:xfrm>
        </p:spPr>
        <p:txBody>
          <a:bodyPr/>
          <a:lstStyle/>
          <a:p>
            <a:pPr marL="0" indent="0">
              <a:buNone/>
            </a:pPr>
            <a:r>
              <a:rPr lang="en-US" sz="2800" dirty="0"/>
              <a:t>7. Email Sending (</a:t>
            </a:r>
            <a:r>
              <a:rPr lang="en-US" sz="2800" dirty="0" err="1"/>
              <a:t>EmailJS</a:t>
            </a:r>
            <a:r>
              <a:rPr lang="en-US" sz="2800" dirty="0"/>
              <a:t>):Form data is sent through </a:t>
            </a:r>
            <a:r>
              <a:rPr lang="en-US" sz="2800" dirty="0" err="1"/>
              <a:t>EmailJS</a:t>
            </a:r>
            <a:r>
              <a:rPr lang="en-US" sz="2800" dirty="0"/>
              <a:t> using service ID and template ID to deliver reminder emails</a:t>
            </a:r>
            <a:r>
              <a:rPr lang="en-US" sz="2800" dirty="0" smtClean="0"/>
              <a:t>.</a:t>
            </a:r>
          </a:p>
          <a:p>
            <a:pPr marL="0" indent="0">
              <a:buNone/>
            </a:pPr>
            <a:r>
              <a:rPr lang="en-US" sz="2800" dirty="0" smtClean="0"/>
              <a:t>8</a:t>
            </a:r>
            <a:r>
              <a:rPr lang="en-US" sz="2800" dirty="0"/>
              <a:t>. History </a:t>
            </a:r>
            <a:r>
              <a:rPr lang="en-US" sz="2800" dirty="0" err="1"/>
              <a:t>Management:Every</a:t>
            </a:r>
            <a:r>
              <a:rPr lang="en-US" sz="2800" dirty="0"/>
              <a:t> sent email is saved in </a:t>
            </a:r>
            <a:r>
              <a:rPr lang="en-US" sz="2800" dirty="0" err="1"/>
              <a:t>localStorage</a:t>
            </a:r>
            <a:r>
              <a:rPr lang="en-US" sz="2800" dirty="0"/>
              <a:t> with timestamp</a:t>
            </a:r>
            <a:r>
              <a:rPr lang="en-US" sz="2800" dirty="0" smtClean="0"/>
              <a:t>.</a:t>
            </a:r>
          </a:p>
          <a:p>
            <a:pPr marL="0" indent="0">
              <a:buNone/>
            </a:pPr>
            <a:r>
              <a:rPr lang="en-US" sz="2800" dirty="0" smtClean="0"/>
              <a:t>9</a:t>
            </a:r>
            <a:r>
              <a:rPr lang="en-US" sz="2800" dirty="0"/>
              <a:t>. History </a:t>
            </a:r>
            <a:r>
              <a:rPr lang="en-US" sz="2800" dirty="0" err="1"/>
              <a:t>Features:Supports</a:t>
            </a:r>
            <a:r>
              <a:rPr lang="en-US" sz="2800" dirty="0"/>
              <a:t> viewing, resending, exporting as JSON, and clearing history.10. Fully </a:t>
            </a:r>
            <a:r>
              <a:rPr lang="en-US" sz="2800" dirty="0" err="1"/>
              <a:t>Browser-Based:No</a:t>
            </a:r>
            <a:r>
              <a:rPr lang="en-US" sz="2800" dirty="0"/>
              <a:t> backend required; everything works using browser storage and </a:t>
            </a:r>
            <a:r>
              <a:rPr lang="en-US" sz="2800" dirty="0" err="1" smtClean="0"/>
              <a:t>EmailJS</a:t>
            </a:r>
            <a:r>
              <a:rPr lang="en-US" sz="2800" dirty="0"/>
              <a:t>.</a:t>
            </a:r>
          </a:p>
          <a:p>
            <a:pPr marL="0" indent="0">
              <a:buNone/>
            </a:pPr>
            <a:endParaRPr lang="en-US" sz="2800" dirty="0"/>
          </a:p>
        </p:txBody>
      </p:sp>
    </p:spTree>
    <p:extLst>
      <p:ext uri="{BB962C8B-B14F-4D97-AF65-F5344CB8AC3E}">
        <p14:creationId xmlns:p14="http://schemas.microsoft.com/office/powerpoint/2010/main" val="3402244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29E637-2B91-73FD-0440-05A358015693}"/>
              </a:ext>
            </a:extLst>
          </p:cNvPr>
          <p:cNvSpPr>
            <a:spLocks noGrp="1"/>
          </p:cNvSpPr>
          <p:nvPr>
            <p:ph type="title"/>
          </p:nvPr>
        </p:nvSpPr>
        <p:spPr/>
        <p:txBody>
          <a:bodyPr/>
          <a:lstStyle/>
          <a:p>
            <a:r>
              <a:rPr lang="en-IN" dirty="0"/>
              <a:t>Result</a:t>
            </a:r>
          </a:p>
        </p:txBody>
      </p:sp>
      <p:sp>
        <p:nvSpPr>
          <p:cNvPr id="4" name="Slide Number Placeholder 3">
            <a:extLst>
              <a:ext uri="{FF2B5EF4-FFF2-40B4-BE49-F238E27FC236}">
                <a16:creationId xmlns:a16="http://schemas.microsoft.com/office/drawing/2014/main" xmlns="" id="{32FC6FF9-4DCD-4C12-6F06-49EFCDCB5ADF}"/>
              </a:ext>
            </a:extLst>
          </p:cNvPr>
          <p:cNvSpPr>
            <a:spLocks noGrp="1"/>
          </p:cNvSpPr>
          <p:nvPr>
            <p:ph type="sldNum" sz="quarter" idx="12"/>
          </p:nvPr>
        </p:nvSpPr>
        <p:spPr/>
        <p:txBody>
          <a:bodyPr/>
          <a:lstStyle/>
          <a:p>
            <a:fld id="{832D7B7E-CE9D-ED4B-AECC-1DE207A92AAD}" type="slidenum">
              <a:rPr lang="en-US" altLang="en-US" smtClean="0"/>
              <a:pPr/>
              <a:t>11</a:t>
            </a:fld>
            <a:endParaRPr lang="en-US" altLang="en-US"/>
          </a:p>
        </p:txBody>
      </p:sp>
      <p:pic>
        <p:nvPicPr>
          <p:cNvPr id="9" name="Picture 8">
            <a:extLst>
              <a:ext uri="{FF2B5EF4-FFF2-40B4-BE49-F238E27FC236}">
                <a16:creationId xmlns:a16="http://schemas.microsoft.com/office/drawing/2014/main" xmlns="" id="{8B6CC152-2D43-A8B1-380F-0708C0409296}"/>
              </a:ext>
            </a:extLst>
          </p:cNvPr>
          <p:cNvPicPr>
            <a:picLocks noChangeAspect="1"/>
          </p:cNvPicPr>
          <p:nvPr/>
        </p:nvPicPr>
        <p:blipFill>
          <a:blip r:embed="rId2"/>
          <a:stretch>
            <a:fillRect/>
          </a:stretch>
        </p:blipFill>
        <p:spPr>
          <a:xfrm>
            <a:off x="304800" y="2362200"/>
            <a:ext cx="6400800" cy="4814887"/>
          </a:xfrm>
          <a:prstGeom prst="rect">
            <a:avLst/>
          </a:prstGeom>
        </p:spPr>
      </p:pic>
      <p:pic>
        <p:nvPicPr>
          <p:cNvPr id="11" name="Picture 10">
            <a:extLst>
              <a:ext uri="{FF2B5EF4-FFF2-40B4-BE49-F238E27FC236}">
                <a16:creationId xmlns:a16="http://schemas.microsoft.com/office/drawing/2014/main" xmlns="" id="{E41A6173-F6DE-3F49-AB1E-F09D27517ADE}"/>
              </a:ext>
            </a:extLst>
          </p:cNvPr>
          <p:cNvPicPr>
            <a:picLocks noChangeAspect="1"/>
          </p:cNvPicPr>
          <p:nvPr/>
        </p:nvPicPr>
        <p:blipFill>
          <a:blip r:embed="rId3"/>
          <a:stretch>
            <a:fillRect/>
          </a:stretch>
        </p:blipFill>
        <p:spPr>
          <a:xfrm>
            <a:off x="6324600" y="2362201"/>
            <a:ext cx="6172200" cy="4814886"/>
          </a:xfrm>
          <a:prstGeom prst="rect">
            <a:avLst/>
          </a:prstGeom>
        </p:spPr>
      </p:pic>
    </p:spTree>
    <p:extLst>
      <p:ext uri="{BB962C8B-B14F-4D97-AF65-F5344CB8AC3E}">
        <p14:creationId xmlns:p14="http://schemas.microsoft.com/office/powerpoint/2010/main" val="3555882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E1A7DB0-26BD-472F-02F2-393BB1EFB164}"/>
              </a:ext>
            </a:extLst>
          </p:cNvPr>
          <p:cNvSpPr>
            <a:spLocks noGrp="1"/>
          </p:cNvSpPr>
          <p:nvPr>
            <p:ph type="sldNum" sz="quarter" idx="12"/>
          </p:nvPr>
        </p:nvSpPr>
        <p:spPr/>
        <p:txBody>
          <a:bodyPr/>
          <a:lstStyle/>
          <a:p>
            <a:fld id="{832D7B7E-CE9D-ED4B-AECC-1DE207A92AAD}" type="slidenum">
              <a:rPr lang="en-US" altLang="en-US" smtClean="0"/>
              <a:pPr/>
              <a:t>12</a:t>
            </a:fld>
            <a:endParaRPr lang="en-US" altLang="en-US"/>
          </a:p>
        </p:txBody>
      </p:sp>
      <p:pic>
        <p:nvPicPr>
          <p:cNvPr id="7" name="Picture 6">
            <a:extLst>
              <a:ext uri="{FF2B5EF4-FFF2-40B4-BE49-F238E27FC236}">
                <a16:creationId xmlns:a16="http://schemas.microsoft.com/office/drawing/2014/main" xmlns="" id="{01446BC0-312E-8478-92C3-0DE7A0445569}"/>
              </a:ext>
            </a:extLst>
          </p:cNvPr>
          <p:cNvPicPr>
            <a:picLocks noChangeAspect="1"/>
          </p:cNvPicPr>
          <p:nvPr/>
        </p:nvPicPr>
        <p:blipFill>
          <a:blip r:embed="rId2"/>
          <a:stretch>
            <a:fillRect/>
          </a:stretch>
        </p:blipFill>
        <p:spPr>
          <a:xfrm>
            <a:off x="143540" y="1905000"/>
            <a:ext cx="5943600" cy="5653087"/>
          </a:xfrm>
          <a:prstGeom prst="rect">
            <a:avLst/>
          </a:prstGeom>
        </p:spPr>
      </p:pic>
      <p:pic>
        <p:nvPicPr>
          <p:cNvPr id="10" name="Picture 9">
            <a:extLst>
              <a:ext uri="{FF2B5EF4-FFF2-40B4-BE49-F238E27FC236}">
                <a16:creationId xmlns:a16="http://schemas.microsoft.com/office/drawing/2014/main" xmlns="" id="{20593522-93A6-74A2-0789-7326B95377A1}"/>
              </a:ext>
            </a:extLst>
          </p:cNvPr>
          <p:cNvPicPr>
            <a:picLocks noChangeAspect="1"/>
          </p:cNvPicPr>
          <p:nvPr/>
        </p:nvPicPr>
        <p:blipFill>
          <a:blip r:embed="rId3"/>
          <a:stretch>
            <a:fillRect/>
          </a:stretch>
        </p:blipFill>
        <p:spPr>
          <a:xfrm>
            <a:off x="6131442" y="1905000"/>
            <a:ext cx="6526618" cy="5573233"/>
          </a:xfrm>
          <a:prstGeom prst="rect">
            <a:avLst/>
          </a:prstGeom>
        </p:spPr>
      </p:pic>
    </p:spTree>
    <p:extLst>
      <p:ext uri="{BB962C8B-B14F-4D97-AF65-F5344CB8AC3E}">
        <p14:creationId xmlns:p14="http://schemas.microsoft.com/office/powerpoint/2010/main" val="391291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C3CDBAF5-7568-F2D4-EEEA-36F46AD0670A}"/>
              </a:ext>
            </a:extLst>
          </p:cNvPr>
          <p:cNvSpPr>
            <a:spLocks noGrp="1"/>
          </p:cNvSpPr>
          <p:nvPr>
            <p:ph type="sldNum" sz="quarter" idx="12"/>
          </p:nvPr>
        </p:nvSpPr>
        <p:spPr/>
        <p:txBody>
          <a:bodyPr/>
          <a:lstStyle/>
          <a:p>
            <a:fld id="{832D7B7E-CE9D-ED4B-AECC-1DE207A92AAD}" type="slidenum">
              <a:rPr lang="en-US" altLang="en-US" smtClean="0"/>
              <a:pPr/>
              <a:t>13</a:t>
            </a:fld>
            <a:endParaRPr lang="en-US" altLang="en-US"/>
          </a:p>
        </p:txBody>
      </p:sp>
      <p:sp>
        <p:nvSpPr>
          <p:cNvPr id="5" name="Title 1">
            <a:extLst>
              <a:ext uri="{FF2B5EF4-FFF2-40B4-BE49-F238E27FC236}">
                <a16:creationId xmlns:a16="http://schemas.microsoft.com/office/drawing/2014/main" xmlns="" id="{58F6192D-537C-96CB-E16C-94B142647E33}"/>
              </a:ext>
            </a:extLst>
          </p:cNvPr>
          <p:cNvSpPr>
            <a:spLocks noGrp="1"/>
          </p:cNvSpPr>
          <p:nvPr>
            <p:ph type="title"/>
          </p:nvPr>
        </p:nvSpPr>
        <p:spPr>
          <a:xfrm>
            <a:off x="639763" y="844550"/>
            <a:ext cx="11522075" cy="1371600"/>
          </a:xfrm>
        </p:spPr>
        <p:txBody>
          <a:bodyPr/>
          <a:lstStyle/>
          <a:p>
            <a:r>
              <a:rPr lang="en-US" sz="5400" dirty="0">
                <a:latin typeface="Times New Roman" panose="02020603050405020304" pitchFamily="18" charset="0"/>
                <a:cs typeface="Times New Roman" panose="02020603050405020304" pitchFamily="18" charset="0"/>
              </a:rPr>
              <a:t>Reference</a:t>
            </a:r>
          </a:p>
        </p:txBody>
      </p:sp>
      <p:sp>
        <p:nvSpPr>
          <p:cNvPr id="6" name="Content Placeholder 2">
            <a:extLst>
              <a:ext uri="{FF2B5EF4-FFF2-40B4-BE49-F238E27FC236}">
                <a16:creationId xmlns:a16="http://schemas.microsoft.com/office/drawing/2014/main" xmlns="" id="{005A4888-8A4A-455D-6E35-D70CB3220E00}"/>
              </a:ext>
            </a:extLst>
          </p:cNvPr>
          <p:cNvSpPr>
            <a:spLocks noGrp="1"/>
          </p:cNvSpPr>
          <p:nvPr>
            <p:ph idx="1"/>
          </p:nvPr>
        </p:nvSpPr>
        <p:spPr>
          <a:xfrm>
            <a:off x="639763" y="2322513"/>
            <a:ext cx="11522075" cy="5267325"/>
          </a:xfrm>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2022</a:t>
            </a:r>
          </a:p>
          <a:p>
            <a:pPr marL="0" indent="0">
              <a:buNone/>
            </a:pPr>
            <a:r>
              <a:rPr lang="en-US" sz="2400" dirty="0">
                <a:latin typeface="Times New Roman" panose="02020603050405020304" pitchFamily="18" charset="0"/>
                <a:cs typeface="Times New Roman" panose="02020603050405020304" pitchFamily="18" charset="0"/>
              </a:rPr>
              <a:t>Nordby, E. S., Gjestad, R., Kenter, R. M. F., Hansen, J. H., </a:t>
            </a:r>
            <a:r>
              <a:rPr lang="en-US" sz="2400" dirty="0" err="1">
                <a:latin typeface="Times New Roman" panose="02020603050405020304" pitchFamily="18" charset="0"/>
                <a:cs typeface="Times New Roman" panose="02020603050405020304" pitchFamily="18" charset="0"/>
              </a:rPr>
              <a:t>Nordgreen</a:t>
            </a:r>
            <a:r>
              <a:rPr lang="en-US" sz="2400" dirty="0">
                <a:latin typeface="Times New Roman" panose="02020603050405020304" pitchFamily="18" charset="0"/>
                <a:cs typeface="Times New Roman" panose="02020603050405020304" pitchFamily="18" charset="0"/>
              </a:rPr>
              <a:t>, T. – SMS reminders in a self-guided internet intervention for adults with ADHD</a:t>
            </a:r>
          </a:p>
          <a:p>
            <a:pPr marL="0" indent="0">
              <a:buNone/>
            </a:pPr>
            <a:r>
              <a:rPr lang="en-US" sz="2400" dirty="0">
                <a:latin typeface="Times New Roman" panose="02020603050405020304" pitchFamily="18" charset="0"/>
                <a:cs typeface="Times New Roman" panose="02020603050405020304" pitchFamily="18" charset="0"/>
              </a:rPr>
              <a:t>Péter, Zs., et al. – Large-scale field experiment on automated encouragement messages via SMS/email before exams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2023</a:t>
            </a:r>
          </a:p>
          <a:p>
            <a:pPr marL="0" indent="0">
              <a:buNone/>
            </a:pPr>
            <a:r>
              <a:rPr lang="en-US" sz="2400" dirty="0">
                <a:latin typeface="Times New Roman" panose="02020603050405020304" pitchFamily="18" charset="0"/>
                <a:cs typeface="Times New Roman" panose="02020603050405020304" pitchFamily="18" charset="0"/>
              </a:rPr>
              <a:t>Brandt, A., Hermann, J., Rohde, K. – Randomized controlled trial on SMS “nudges” improving exam performance</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2024</a:t>
            </a:r>
          </a:p>
          <a:p>
            <a:pPr marL="0" indent="0">
              <a:buNone/>
            </a:pPr>
            <a:r>
              <a:rPr lang="en-US" sz="2400" dirty="0">
                <a:latin typeface="Times New Roman" panose="02020603050405020304" pitchFamily="18" charset="0"/>
                <a:cs typeface="Times New Roman" panose="02020603050405020304" pitchFamily="18" charset="0"/>
              </a:rPr>
              <a:t>Brandt, A., Hermann, J., Rohde, K. – Expanded study on periodic SMS nudges and higher-education student performance</a:t>
            </a:r>
          </a:p>
        </p:txBody>
      </p:sp>
    </p:spTree>
    <p:extLst>
      <p:ext uri="{BB962C8B-B14F-4D97-AF65-F5344CB8AC3E}">
        <p14:creationId xmlns:p14="http://schemas.microsoft.com/office/powerpoint/2010/main" val="841560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CC92D9D-F820-0E3B-CCC3-2BC9E63A9F6B}"/>
              </a:ext>
            </a:extLst>
          </p:cNvPr>
          <p:cNvSpPr>
            <a:spLocks noGrp="1"/>
          </p:cNvSpPr>
          <p:nvPr>
            <p:ph type="sldNum" sz="quarter" idx="12"/>
          </p:nvPr>
        </p:nvSpPr>
        <p:spPr/>
        <p:txBody>
          <a:bodyPr/>
          <a:lstStyle/>
          <a:p>
            <a:fld id="{832D7B7E-CE9D-ED4B-AECC-1DE207A92AAD}" type="slidenum">
              <a:rPr lang="en-US" altLang="en-US" smtClean="0"/>
              <a:pPr/>
              <a:t>14</a:t>
            </a:fld>
            <a:endParaRPr lang="en-US" altLang="en-US"/>
          </a:p>
        </p:txBody>
      </p:sp>
      <p:sp>
        <p:nvSpPr>
          <p:cNvPr id="5" name="Title 1">
            <a:extLst>
              <a:ext uri="{FF2B5EF4-FFF2-40B4-BE49-F238E27FC236}">
                <a16:creationId xmlns:a16="http://schemas.microsoft.com/office/drawing/2014/main" xmlns="" id="{240D52FB-5682-562E-D430-48739C984982}"/>
              </a:ext>
            </a:extLst>
          </p:cNvPr>
          <p:cNvSpPr>
            <a:spLocks noGrp="1"/>
          </p:cNvSpPr>
          <p:nvPr>
            <p:ph type="title"/>
          </p:nvPr>
        </p:nvSpPr>
        <p:spPr>
          <a:xfrm>
            <a:off x="639763" y="1295400"/>
            <a:ext cx="11522075" cy="920750"/>
          </a:xfrm>
        </p:spPr>
        <p:txBody>
          <a:bodyPr/>
          <a:lstStyle/>
          <a:p>
            <a:r>
              <a:rPr lang="en-US" sz="5400">
                <a:latin typeface="Times New Roman" panose="02020603050405020304" pitchFamily="18" charset="0"/>
                <a:cs typeface="Times New Roman" panose="02020603050405020304" pitchFamily="18" charset="0"/>
              </a:rPr>
              <a:t>Conclusion:</a:t>
            </a:r>
            <a:endParaRPr lang="en-US" sz="54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xmlns="" id="{D0A35B26-1F68-6DFF-49CA-6F6AC3A354CD}"/>
              </a:ext>
            </a:extLst>
          </p:cNvPr>
          <p:cNvSpPr>
            <a:spLocks noGrp="1"/>
          </p:cNvSpPr>
          <p:nvPr>
            <p:ph idx="1"/>
          </p:nvPr>
        </p:nvSpPr>
        <p:spPr>
          <a:xfrm>
            <a:off x="639763" y="2322513"/>
            <a:ext cx="11522075" cy="5267325"/>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The Exam Reminder System successfully automates the process of notifying students about </a:t>
            </a:r>
            <a:r>
              <a:rPr lang="en-US" sz="2800">
                <a:latin typeface="Times New Roman" panose="02020603050405020304" pitchFamily="18" charset="0"/>
                <a:cs typeface="Times New Roman" panose="02020603050405020304" pitchFamily="18" charset="0"/>
              </a:rPr>
              <a:t>upcoming </a:t>
            </a:r>
            <a:r>
              <a:rPr lang="en-US" sz="2800" smtClean="0">
                <a:latin typeface="Times New Roman" panose="02020603050405020304" pitchFamily="18" charset="0"/>
                <a:cs typeface="Times New Roman" panose="02020603050405020304" pitchFamily="18" charset="0"/>
              </a:rPr>
              <a:t>exams. </a:t>
            </a:r>
            <a:r>
              <a:rPr lang="en-US" sz="2800" dirty="0">
                <a:latin typeface="Times New Roman" panose="02020603050405020304" pitchFamily="18" charset="0"/>
                <a:cs typeface="Times New Roman" panose="02020603050405020304" pitchFamily="18" charset="0"/>
              </a:rPr>
              <a:t>It reduces manual effort, improves communication, and ensures that students receive timely reminders. This system enhances academic organization, minimizes missed exams, and provides a simple, efficient, and reliable solution for managing exam schedules. Overall, the project demonstrates how automation can effectively support both students and educational institutions.</a:t>
            </a:r>
          </a:p>
        </p:txBody>
      </p:sp>
    </p:spTree>
    <p:extLst>
      <p:ext uri="{BB962C8B-B14F-4D97-AF65-F5344CB8AC3E}">
        <p14:creationId xmlns:p14="http://schemas.microsoft.com/office/powerpoint/2010/main" val="1057026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2D7B7E-CE9D-ED4B-AECC-1DE207A92AAD}" type="slidenum">
              <a:rPr lang="en-US" altLang="en-US" smtClean="0"/>
              <a:pPr/>
              <a:t>15</a:t>
            </a:fld>
            <a:endParaRPr lang="en-US" altLang="en-US"/>
          </a:p>
        </p:txBody>
      </p:sp>
      <p:pic>
        <p:nvPicPr>
          <p:cNvPr id="8" name="Content Placeholder 7"/>
          <p:cNvPicPr>
            <a:picLocks noGrp="1" noChangeAspect="1"/>
          </p:cNvPicPr>
          <p:nvPr>
            <p:ph idx="1"/>
          </p:nvPr>
        </p:nvPicPr>
        <p:blipFill>
          <a:blip r:embed="rId2">
            <a:extLst>
              <a:ext uri="{BEBA8EAE-BF5A-486C-A8C5-ECC9F3942E4B}">
                <a14:imgProps xmlns:a14="http://schemas.microsoft.com/office/drawing/2010/main">
                  <a14:imgLayer r:embed="rId3">
                    <a14:imgEffect>
                      <a14:backgroundRemoval t="2256" b="100000" l="283" r="97313">
                        <a14:foregroundMark x1="38897" y1="49248" x2="38897" y2="49248"/>
                        <a14:foregroundMark x1="68458" y1="50188" x2="68458" y2="50188"/>
                        <a14:foregroundMark x1="16549" y1="25000" x2="25460" y2="31767"/>
                        <a14:foregroundMark x1="16690" y1="32519" x2="18953" y2="33647"/>
                        <a14:foregroundMark x1="22772" y1="23684" x2="25743" y2="27068"/>
                        <a14:foregroundMark x1="22631" y1="16353" x2="30552" y2="26880"/>
                        <a14:foregroundMark x1="29279" y1="18609" x2="34512" y2="27820"/>
                        <a14:foregroundMark x1="28571" y1="7707" x2="33663" y2="19737"/>
                        <a14:foregroundMark x1="35502" y1="13346" x2="40028" y2="28195"/>
                        <a14:foregroundMark x1="37907" y1="5263" x2="40311" y2="17293"/>
                        <a14:foregroundMark x1="42999" y1="7331" x2="44554" y2="25940"/>
                        <a14:foregroundMark x1="47383" y1="2820" x2="47525" y2="20865"/>
                        <a14:foregroundMark x1="52051" y1="6955" x2="50071" y2="26880"/>
                        <a14:foregroundMark x1="56860" y1="5075" x2="54455" y2="17105"/>
                        <a14:foregroundMark x1="59406" y1="13910" x2="55021" y2="28008"/>
                        <a14:foregroundMark x1="66054" y1="7707" x2="60962" y2="20301"/>
                        <a14:foregroundMark x1="65629" y1="18797" x2="60396" y2="27820"/>
                        <a14:foregroundMark x1="71994" y1="16917" x2="64215" y2="27068"/>
                        <a14:foregroundMark x1="72136" y1="23684" x2="68883" y2="27068"/>
                        <a14:foregroundMark x1="78784" y1="25000" x2="68741" y2="32331"/>
                        <a14:foregroundMark x1="78784" y1="32331" x2="75955" y2="33835"/>
                        <a14:foregroundMark x1="29844" y1="78008" x2="24611" y2="85338"/>
                        <a14:foregroundMark x1="36775" y1="73308" x2="29844" y2="85526"/>
                        <a14:foregroundMark x1="35219" y1="82331" x2="30269" y2="93609"/>
                        <a14:foregroundMark x1="40877" y1="76504" x2="36351" y2="89662"/>
                        <a14:foregroundMark x1="42291" y1="81767" x2="39604" y2="96053"/>
                        <a14:foregroundMark x1="46110" y1="71429" x2="43564" y2="92857"/>
                        <a14:foregroundMark x1="47525" y1="84962" x2="47525" y2="99248"/>
                        <a14:foregroundMark x1="49081" y1="74624" x2="50778" y2="88534"/>
                        <a14:foregroundMark x1="55021" y1="96053" x2="52617" y2="84774"/>
                        <a14:foregroundMark x1="54031" y1="77632" x2="58133" y2="90977"/>
                        <a14:foregroundMark x1="59689" y1="84398" x2="64356" y2="94361"/>
                        <a14:foregroundMark x1="58416" y1="75000" x2="65205" y2="87218"/>
                        <a14:foregroundMark x1="65205" y1="79887" x2="70156" y2="86466"/>
                        <a14:foregroundMark x1="66337" y1="74436" x2="70863" y2="80639"/>
                        <a14:backgroundMark x1="52192" y1="96805" x2="52192" y2="96805"/>
                        <a14:backgroundMark x1="51344" y1="86278" x2="51344" y2="86278"/>
                      </a14:backgroundRemoval>
                    </a14:imgEffect>
                  </a14:imgLayer>
                </a14:imgProps>
              </a:ext>
              <a:ext uri="{28A0092B-C50C-407E-A947-70E740481C1C}">
                <a14:useLocalDpi xmlns:a14="http://schemas.microsoft.com/office/drawing/2010/main" val="0"/>
              </a:ext>
            </a:extLst>
          </a:blip>
          <a:stretch>
            <a:fillRect/>
          </a:stretch>
        </p:blipFill>
        <p:spPr>
          <a:xfrm>
            <a:off x="698500" y="950913"/>
            <a:ext cx="11476038" cy="6858000"/>
          </a:xfrm>
        </p:spPr>
      </p:pic>
    </p:spTree>
    <p:extLst>
      <p:ext uri="{BB962C8B-B14F-4D97-AF65-F5344CB8AC3E}">
        <p14:creationId xmlns:p14="http://schemas.microsoft.com/office/powerpoint/2010/main" val="11072089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Office Theme</Template>
  <TotalTime>4363</TotalTime>
  <Words>871</Words>
  <Application>Microsoft Office PowerPoint</Application>
  <PresentationFormat>Custom</PresentationFormat>
  <Paragraphs>108</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Bahnschrift SemiBold</vt:lpstr>
      <vt:lpstr>Calibri</vt:lpstr>
      <vt:lpstr>Constantia</vt:lpstr>
      <vt:lpstr>Noto Sans TC</vt:lpstr>
      <vt:lpstr>Times New Roman</vt:lpstr>
      <vt:lpstr>Wingdings</vt:lpstr>
      <vt:lpstr>Wingdings 2</vt:lpstr>
      <vt:lpstr>Flow</vt:lpstr>
      <vt:lpstr>PowerPoint Presentation</vt:lpstr>
      <vt:lpstr>Introduction</vt:lpstr>
      <vt:lpstr>Abstract</vt:lpstr>
      <vt:lpstr>Literature Review</vt:lpstr>
      <vt:lpstr>Problem Statement</vt:lpstr>
      <vt:lpstr>Objectives of the Project</vt:lpstr>
      <vt:lpstr>Design and Analysis :</vt:lpstr>
      <vt:lpstr>PowerPoint Presentation</vt:lpstr>
      <vt:lpstr>Implementation:</vt:lpstr>
      <vt:lpstr>PowerPoint Presentation</vt:lpstr>
      <vt:lpstr>Result</vt:lpstr>
      <vt:lpstr>PowerPoint Presentation</vt:lpstr>
      <vt:lpstr>Reference</vt:lpstr>
      <vt:lpstr>Conclusion: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A.P.S College of Engineering ‘ Anantha Gnana Gangothri ’ Somanahalli, Bengaluru – 82.</dc:title>
  <dc:creator>CSE</dc:creator>
  <cp:lastModifiedBy>Dell</cp:lastModifiedBy>
  <cp:revision>873</cp:revision>
  <cp:lastPrinted>2024-10-23T11:52:33Z</cp:lastPrinted>
  <dcterms:created xsi:type="dcterms:W3CDTF">2018-08-20T09:13:07Z</dcterms:created>
  <dcterms:modified xsi:type="dcterms:W3CDTF">2025-12-04T03:28:36Z</dcterms:modified>
</cp:coreProperties>
</file>